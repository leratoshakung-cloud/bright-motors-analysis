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3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9"/>
  </p:notesMasterIdLst>
  <p:sldIdLst>
    <p:sldId id="256" r:id="rId2"/>
    <p:sldId id="258" r:id="rId3"/>
    <p:sldId id="257" r:id="rId4"/>
    <p:sldId id="259" r:id="rId5"/>
    <p:sldId id="260" r:id="rId6"/>
    <p:sldId id="267" r:id="rId7"/>
    <p:sldId id="305" r:id="rId8"/>
    <p:sldId id="302" r:id="rId9"/>
    <p:sldId id="303" r:id="rId10"/>
    <p:sldId id="304" r:id="rId11"/>
    <p:sldId id="274" r:id="rId12"/>
    <p:sldId id="265" r:id="rId13"/>
    <p:sldId id="272" r:id="rId14"/>
    <p:sldId id="301" r:id="rId15"/>
    <p:sldId id="300" r:id="rId16"/>
    <p:sldId id="269" r:id="rId17"/>
    <p:sldId id="275" r:id="rId18"/>
  </p:sldIdLst>
  <p:sldSz cx="9144000" cy="5143500" type="screen16x9"/>
  <p:notesSz cx="6858000" cy="9144000"/>
  <p:embeddedFontLst>
    <p:embeddedFont>
      <p:font typeface="Anaheim" panose="020B0604020202020204" charset="0"/>
      <p:regular r:id="rId20"/>
      <p:bold r:id="rId21"/>
    </p:embeddedFont>
    <p:embeddedFont>
      <p:font typeface="Aptos Narrow" panose="020B0004020202020204" pitchFamily="34" charset="0"/>
      <p:regular r:id="rId22"/>
      <p:bold r:id="rId23"/>
    </p:embeddedFont>
    <p:embeddedFont>
      <p:font typeface="Assistant" pitchFamily="2" charset="-79"/>
      <p:regular r:id="rId24"/>
      <p:bold r:id="rId25"/>
    </p:embeddedFont>
    <p:embeddedFont>
      <p:font typeface="Nunito Light" pitchFamily="2" charset="0"/>
      <p:regular r:id="rId26"/>
      <p:italic r:id="rId27"/>
    </p:embeddedFont>
    <p:embeddedFont>
      <p:font typeface="Nunito Sans" pitchFamily="2" charset="0"/>
      <p:regular r:id="rId28"/>
      <p:bold r:id="rId29"/>
      <p:italic r:id="rId30"/>
      <p:boldItalic r:id="rId31"/>
    </p:embeddedFont>
    <p:embeddedFont>
      <p:font typeface="Palatino Linotype" panose="02040502050505030304" pitchFamily="18" charset="0"/>
      <p:regular r:id="rId32"/>
      <p:bold r:id="rId33"/>
      <p:italic r:id="rId34"/>
      <p:boldItalic r:id="rId35"/>
    </p:embeddedFont>
    <p:embeddedFont>
      <p:font typeface="PT Sans" panose="020B0503020203020204" pitchFamily="34" charset="0"/>
      <p:regular r:id="rId36"/>
      <p:bold r:id="rId37"/>
      <p:italic r:id="rId38"/>
      <p:boldItalic r:id="rId39"/>
    </p:embeddedFont>
    <p:embeddedFont>
      <p:font typeface="Raleway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6A1556-A0FA-4391-B7B7-CC817F55A5DF}" v="52" dt="2026-05-31T00:39:57.083"/>
    <p1510:client id="{A063E94F-F670-4380-A3FC-5A13E2EDFF1C}" v="117" dt="2026-05-30T23:00:33.748"/>
  </p1510:revLst>
</p1510:revInfo>
</file>

<file path=ppt/tableStyles.xml><?xml version="1.0" encoding="utf-8"?>
<a:tblStyleLst xmlns:a="http://schemas.openxmlformats.org/drawingml/2006/main" def="{3F5372E4-A899-49D3-B387-01B6B4E91B2F}">
  <a:tblStyle styleId="{3F5372E4-A899-49D3-B387-01B6B4E91B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E4994D-0D96-4F06-A3D1-8C31CDA1224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theme" Target="theme/theme1.xml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rato Shakung" userId="f89920b59a2fa8e9" providerId="LiveId" clId="{E44EBBD3-3178-45D1-B69A-318BE9D4861D}"/>
    <pc:docChg chg="undo custSel addSld delSld modSld sldOrd delMainMaster">
      <pc:chgData name="Lerato Shakung" userId="f89920b59a2fa8e9" providerId="LiveId" clId="{E44EBBD3-3178-45D1-B69A-318BE9D4861D}" dt="2026-05-31T00:40:39.031" v="939" actId="1076"/>
      <pc:docMkLst>
        <pc:docMk/>
      </pc:docMkLst>
      <pc:sldChg chg="modSp mod">
        <pc:chgData name="Lerato Shakung" userId="f89920b59a2fa8e9" providerId="LiveId" clId="{E44EBBD3-3178-45D1-B69A-318BE9D4861D}" dt="2026-05-31T00:40:39.031" v="939" actId="1076"/>
        <pc:sldMkLst>
          <pc:docMk/>
          <pc:sldMk cId="0" sldId="260"/>
        </pc:sldMkLst>
        <pc:spChg chg="mod">
          <ac:chgData name="Lerato Shakung" userId="f89920b59a2fa8e9" providerId="LiveId" clId="{E44EBBD3-3178-45D1-B69A-318BE9D4861D}" dt="2026-05-31T00:40:39.031" v="939" actId="1076"/>
          <ac:spMkLst>
            <pc:docMk/>
            <pc:sldMk cId="0" sldId="260"/>
            <ac:spMk id="873" creationId="{00000000-0000-0000-0000-000000000000}"/>
          </ac:spMkLst>
        </pc:spChg>
      </pc:sldChg>
      <pc:sldChg chg="del">
        <pc:chgData name="Lerato Shakung" userId="f89920b59a2fa8e9" providerId="LiveId" clId="{E44EBBD3-3178-45D1-B69A-318BE9D4861D}" dt="2026-05-30T23:08:37.673" v="69" actId="47"/>
        <pc:sldMkLst>
          <pc:docMk/>
          <pc:sldMk cId="0" sldId="261"/>
        </pc:sldMkLst>
      </pc:sldChg>
      <pc:sldChg chg="del">
        <pc:chgData name="Lerato Shakung" userId="f89920b59a2fa8e9" providerId="LiveId" clId="{E44EBBD3-3178-45D1-B69A-318BE9D4861D}" dt="2026-05-30T23:43:41.328" v="293" actId="47"/>
        <pc:sldMkLst>
          <pc:docMk/>
          <pc:sldMk cId="0" sldId="262"/>
        </pc:sldMkLst>
      </pc:sldChg>
      <pc:sldChg chg="modSp mod ord">
        <pc:chgData name="Lerato Shakung" userId="f89920b59a2fa8e9" providerId="LiveId" clId="{E44EBBD3-3178-45D1-B69A-318BE9D4861D}" dt="2026-05-31T00:28:34.714" v="805"/>
        <pc:sldMkLst>
          <pc:docMk/>
          <pc:sldMk cId="0" sldId="265"/>
        </pc:sldMkLst>
        <pc:spChg chg="mod">
          <ac:chgData name="Lerato Shakung" userId="f89920b59a2fa8e9" providerId="LiveId" clId="{E44EBBD3-3178-45D1-B69A-318BE9D4861D}" dt="2026-05-31T00:26:53.646" v="746" actId="20577"/>
          <ac:spMkLst>
            <pc:docMk/>
            <pc:sldMk cId="0" sldId="265"/>
            <ac:spMk id="931" creationId="{00000000-0000-0000-0000-000000000000}"/>
          </ac:spMkLst>
        </pc:spChg>
        <pc:spChg chg="mod">
          <ac:chgData name="Lerato Shakung" userId="f89920b59a2fa8e9" providerId="LiveId" clId="{E44EBBD3-3178-45D1-B69A-318BE9D4861D}" dt="2026-05-31T00:26:19.370" v="707" actId="20577"/>
          <ac:spMkLst>
            <pc:docMk/>
            <pc:sldMk cId="0" sldId="265"/>
            <ac:spMk id="932" creationId="{00000000-0000-0000-0000-000000000000}"/>
          </ac:spMkLst>
        </pc:spChg>
        <pc:spChg chg="mod">
          <ac:chgData name="Lerato Shakung" userId="f89920b59a2fa8e9" providerId="LiveId" clId="{E44EBBD3-3178-45D1-B69A-318BE9D4861D}" dt="2026-05-31T00:23:57.133" v="681" actId="20577"/>
          <ac:spMkLst>
            <pc:docMk/>
            <pc:sldMk cId="0" sldId="265"/>
            <ac:spMk id="933" creationId="{00000000-0000-0000-0000-000000000000}"/>
          </ac:spMkLst>
        </pc:spChg>
        <pc:spChg chg="mod">
          <ac:chgData name="Lerato Shakung" userId="f89920b59a2fa8e9" providerId="LiveId" clId="{E44EBBD3-3178-45D1-B69A-318BE9D4861D}" dt="2026-05-31T00:24:28.464" v="698" actId="20577"/>
          <ac:spMkLst>
            <pc:docMk/>
            <pc:sldMk cId="0" sldId="265"/>
            <ac:spMk id="934" creationId="{00000000-0000-0000-0000-000000000000}"/>
          </ac:spMkLst>
        </pc:spChg>
        <pc:spChg chg="mod">
          <ac:chgData name="Lerato Shakung" userId="f89920b59a2fa8e9" providerId="LiveId" clId="{E44EBBD3-3178-45D1-B69A-318BE9D4861D}" dt="2026-05-31T00:27:11.387" v="748" actId="20577"/>
          <ac:spMkLst>
            <pc:docMk/>
            <pc:sldMk cId="0" sldId="265"/>
            <ac:spMk id="935" creationId="{00000000-0000-0000-0000-000000000000}"/>
          </ac:spMkLst>
        </pc:spChg>
        <pc:spChg chg="mod">
          <ac:chgData name="Lerato Shakung" userId="f89920b59a2fa8e9" providerId="LiveId" clId="{E44EBBD3-3178-45D1-B69A-318BE9D4861D}" dt="2026-05-31T00:28:18.170" v="803" actId="20577"/>
          <ac:spMkLst>
            <pc:docMk/>
            <pc:sldMk cId="0" sldId="265"/>
            <ac:spMk id="936" creationId="{00000000-0000-0000-0000-000000000000}"/>
          </ac:spMkLst>
        </pc:spChg>
      </pc:sldChg>
      <pc:sldChg chg="del">
        <pc:chgData name="Lerato Shakung" userId="f89920b59a2fa8e9" providerId="LiveId" clId="{E44EBBD3-3178-45D1-B69A-318BE9D4861D}" dt="2026-05-30T23:43:44.551" v="294" actId="47"/>
        <pc:sldMkLst>
          <pc:docMk/>
          <pc:sldMk cId="0" sldId="266"/>
        </pc:sldMkLst>
      </pc:sldChg>
      <pc:sldChg chg="addSp delSp modSp mod">
        <pc:chgData name="Lerato Shakung" userId="f89920b59a2fa8e9" providerId="LiveId" clId="{E44EBBD3-3178-45D1-B69A-318BE9D4861D}" dt="2026-05-31T00:15:26.817" v="631" actId="1076"/>
        <pc:sldMkLst>
          <pc:docMk/>
          <pc:sldMk cId="0" sldId="267"/>
        </pc:sldMkLst>
        <pc:spChg chg="mod">
          <ac:chgData name="Lerato Shakung" userId="f89920b59a2fa8e9" providerId="LiveId" clId="{E44EBBD3-3178-45D1-B69A-318BE9D4861D}" dt="2026-05-30T23:51:53.761" v="376" actId="1076"/>
          <ac:spMkLst>
            <pc:docMk/>
            <pc:sldMk cId="0" sldId="267"/>
            <ac:spMk id="4" creationId="{1026D121-B6EB-39B0-54EF-1EAD9680207E}"/>
          </ac:spMkLst>
        </pc:spChg>
        <pc:spChg chg="add mod">
          <ac:chgData name="Lerato Shakung" userId="f89920b59a2fa8e9" providerId="LiveId" clId="{E44EBBD3-3178-45D1-B69A-318BE9D4861D}" dt="2026-05-31T00:14:41.497" v="606" actId="1076"/>
          <ac:spMkLst>
            <pc:docMk/>
            <pc:sldMk cId="0" sldId="267"/>
            <ac:spMk id="5" creationId="{F9D19083-A462-272C-7C85-EE042D009C38}"/>
          </ac:spMkLst>
        </pc:spChg>
        <pc:spChg chg="add mod">
          <ac:chgData name="Lerato Shakung" userId="f89920b59a2fa8e9" providerId="LiveId" clId="{E44EBBD3-3178-45D1-B69A-318BE9D4861D}" dt="2026-05-31T00:15:26.817" v="631" actId="1076"/>
          <ac:spMkLst>
            <pc:docMk/>
            <pc:sldMk cId="0" sldId="267"/>
            <ac:spMk id="7" creationId="{717C2EEE-BDA5-63A2-BF57-E9110E411DED}"/>
          </ac:spMkLst>
        </pc:spChg>
        <pc:spChg chg="mod">
          <ac:chgData name="Lerato Shakung" userId="f89920b59a2fa8e9" providerId="LiveId" clId="{E44EBBD3-3178-45D1-B69A-318BE9D4861D}" dt="2026-05-30T23:51:46.251" v="374" actId="1076"/>
          <ac:spMkLst>
            <pc:docMk/>
            <pc:sldMk cId="0" sldId="267"/>
            <ac:spMk id="947" creationId="{00000000-0000-0000-0000-000000000000}"/>
          </ac:spMkLst>
        </pc:spChg>
        <pc:graphicFrameChg chg="mod">
          <ac:chgData name="Lerato Shakung" userId="f89920b59a2fa8e9" providerId="LiveId" clId="{E44EBBD3-3178-45D1-B69A-318BE9D4861D}" dt="2026-05-30T23:51:49.794" v="375" actId="1076"/>
          <ac:graphicFrameMkLst>
            <pc:docMk/>
            <pc:sldMk cId="0" sldId="267"/>
            <ac:graphicFrameMk id="2" creationId="{9F9938BE-2D5E-6AB3-D448-8EE0DCD4ECA9}"/>
          </ac:graphicFrameMkLst>
        </pc:graphicFrameChg>
        <pc:cxnChg chg="del">
          <ac:chgData name="Lerato Shakung" userId="f89920b59a2fa8e9" providerId="LiveId" clId="{E44EBBD3-3178-45D1-B69A-318BE9D4861D}" dt="2026-05-30T23:51:57.159" v="377" actId="478"/>
          <ac:cxnSpMkLst>
            <pc:docMk/>
            <pc:sldMk cId="0" sldId="267"/>
            <ac:cxnSpMk id="952" creationId="{00000000-0000-0000-0000-000000000000}"/>
          </ac:cxnSpMkLst>
        </pc:cxnChg>
      </pc:sldChg>
      <pc:sldChg chg="del">
        <pc:chgData name="Lerato Shakung" userId="f89920b59a2fa8e9" providerId="LiveId" clId="{E44EBBD3-3178-45D1-B69A-318BE9D4861D}" dt="2026-05-30T23:43:46.779" v="295" actId="47"/>
        <pc:sldMkLst>
          <pc:docMk/>
          <pc:sldMk cId="0" sldId="268"/>
        </pc:sldMkLst>
      </pc:sldChg>
      <pc:sldChg chg="addSp modSp mod">
        <pc:chgData name="Lerato Shakung" userId="f89920b59a2fa8e9" providerId="LiveId" clId="{E44EBBD3-3178-45D1-B69A-318BE9D4861D}" dt="2026-05-31T00:37:48.687" v="929" actId="1076"/>
        <pc:sldMkLst>
          <pc:docMk/>
          <pc:sldMk cId="0" sldId="269"/>
        </pc:sldMkLst>
        <pc:spChg chg="add mod">
          <ac:chgData name="Lerato Shakung" userId="f89920b59a2fa8e9" providerId="LiveId" clId="{E44EBBD3-3178-45D1-B69A-318BE9D4861D}" dt="2026-05-31T00:37:48.687" v="929" actId="1076"/>
          <ac:spMkLst>
            <pc:docMk/>
            <pc:sldMk cId="0" sldId="269"/>
            <ac:spMk id="3" creationId="{37128A96-1337-0806-9C70-8761FF0ED97A}"/>
          </ac:spMkLst>
        </pc:spChg>
        <pc:spChg chg="mod">
          <ac:chgData name="Lerato Shakung" userId="f89920b59a2fa8e9" providerId="LiveId" clId="{E44EBBD3-3178-45D1-B69A-318BE9D4861D}" dt="2026-05-31T00:30:34.249" v="823" actId="20577"/>
          <ac:spMkLst>
            <pc:docMk/>
            <pc:sldMk cId="0" sldId="269"/>
            <ac:spMk id="963" creationId="{00000000-0000-0000-0000-000000000000}"/>
          </ac:spMkLst>
        </pc:spChg>
        <pc:spChg chg="mod">
          <ac:chgData name="Lerato Shakung" userId="f89920b59a2fa8e9" providerId="LiveId" clId="{E44EBBD3-3178-45D1-B69A-318BE9D4861D}" dt="2026-05-31T00:35:31.953" v="914" actId="20577"/>
          <ac:spMkLst>
            <pc:docMk/>
            <pc:sldMk cId="0" sldId="269"/>
            <ac:spMk id="964" creationId="{00000000-0000-0000-0000-000000000000}"/>
          </ac:spMkLst>
        </pc:spChg>
      </pc:sldChg>
      <pc:sldChg chg="del">
        <pc:chgData name="Lerato Shakung" userId="f89920b59a2fa8e9" providerId="LiveId" clId="{E44EBBD3-3178-45D1-B69A-318BE9D4861D}" dt="2026-05-30T23:44:03.206" v="296" actId="47"/>
        <pc:sldMkLst>
          <pc:docMk/>
          <pc:sldMk cId="0" sldId="270"/>
        </pc:sldMkLst>
      </pc:sldChg>
      <pc:sldChg chg="modSp del mod">
        <pc:chgData name="Lerato Shakung" userId="f89920b59a2fa8e9" providerId="LiveId" clId="{E44EBBD3-3178-45D1-B69A-318BE9D4861D}" dt="2026-05-30T23:48:40.044" v="369" actId="47"/>
        <pc:sldMkLst>
          <pc:docMk/>
          <pc:sldMk cId="0" sldId="271"/>
        </pc:sldMkLst>
        <pc:graphicFrameChg chg="modGraphic">
          <ac:chgData name="Lerato Shakung" userId="f89920b59a2fa8e9" providerId="LiveId" clId="{E44EBBD3-3178-45D1-B69A-318BE9D4861D}" dt="2026-05-30T23:48:26.888" v="368" actId="20577"/>
          <ac:graphicFrameMkLst>
            <pc:docMk/>
            <pc:sldMk cId="0" sldId="271"/>
            <ac:graphicFrameMk id="1011" creationId="{00000000-0000-0000-0000-000000000000}"/>
          </ac:graphicFrameMkLst>
        </pc:graphicFrameChg>
      </pc:sldChg>
      <pc:sldChg chg="addSp delSp modSp add del mod ord">
        <pc:chgData name="Lerato Shakung" userId="f89920b59a2fa8e9" providerId="LiveId" clId="{E44EBBD3-3178-45D1-B69A-318BE9D4861D}" dt="2026-05-30T23:08:07.349" v="64" actId="1076"/>
        <pc:sldMkLst>
          <pc:docMk/>
          <pc:sldMk cId="0" sldId="272"/>
        </pc:sldMkLst>
        <pc:spChg chg="add del mod">
          <ac:chgData name="Lerato Shakung" userId="f89920b59a2fa8e9" providerId="LiveId" clId="{E44EBBD3-3178-45D1-B69A-318BE9D4861D}" dt="2026-05-30T23:06:56.079" v="26" actId="478"/>
          <ac:spMkLst>
            <pc:docMk/>
            <pc:sldMk cId="0" sldId="272"/>
            <ac:spMk id="3" creationId="{D15B9EBB-069E-E490-FA8A-E4437756D8D9}"/>
          </ac:spMkLst>
        </pc:spChg>
        <pc:spChg chg="add del mod">
          <ac:chgData name="Lerato Shakung" userId="f89920b59a2fa8e9" providerId="LiveId" clId="{E44EBBD3-3178-45D1-B69A-318BE9D4861D}" dt="2026-05-30T23:07:08.982" v="43" actId="478"/>
          <ac:spMkLst>
            <pc:docMk/>
            <pc:sldMk cId="0" sldId="272"/>
            <ac:spMk id="5" creationId="{EDB4EF65-8395-DB76-D66E-FA75C9375ED2}"/>
          </ac:spMkLst>
        </pc:spChg>
        <pc:spChg chg="mod">
          <ac:chgData name="Lerato Shakung" userId="f89920b59a2fa8e9" providerId="LiveId" clId="{E44EBBD3-3178-45D1-B69A-318BE9D4861D}" dt="2026-05-30T23:08:07.349" v="64" actId="1076"/>
          <ac:spMkLst>
            <pc:docMk/>
            <pc:sldMk cId="0" sldId="272"/>
            <ac:spMk id="1017" creationId="{00000000-0000-0000-0000-000000000000}"/>
          </ac:spMkLst>
        </pc:spChg>
        <pc:spChg chg="del">
          <ac:chgData name="Lerato Shakung" userId="f89920b59a2fa8e9" providerId="LiveId" clId="{E44EBBD3-3178-45D1-B69A-318BE9D4861D}" dt="2026-05-30T23:06:53.275" v="25" actId="478"/>
          <ac:spMkLst>
            <pc:docMk/>
            <pc:sldMk cId="0" sldId="272"/>
            <ac:spMk id="1018" creationId="{00000000-0000-0000-0000-000000000000}"/>
          </ac:spMkLst>
        </pc:spChg>
        <pc:picChg chg="del">
          <ac:chgData name="Lerato Shakung" userId="f89920b59a2fa8e9" providerId="LiveId" clId="{E44EBBD3-3178-45D1-B69A-318BE9D4861D}" dt="2026-05-30T23:07:06.952" v="42" actId="478"/>
          <ac:picMkLst>
            <pc:docMk/>
            <pc:sldMk cId="0" sldId="272"/>
            <ac:picMk id="1016" creationId="{00000000-0000-0000-0000-000000000000}"/>
          </ac:picMkLst>
        </pc:picChg>
      </pc:sldChg>
      <pc:sldChg chg="del">
        <pc:chgData name="Lerato Shakung" userId="f89920b59a2fa8e9" providerId="LiveId" clId="{E44EBBD3-3178-45D1-B69A-318BE9D4861D}" dt="2026-05-30T23:06:13.491" v="20" actId="47"/>
        <pc:sldMkLst>
          <pc:docMk/>
          <pc:sldMk cId="0" sldId="273"/>
        </pc:sldMkLst>
      </pc:sldChg>
      <pc:sldChg chg="addSp delSp modSp mod ord">
        <pc:chgData name="Lerato Shakung" userId="f89920b59a2fa8e9" providerId="LiveId" clId="{E44EBBD3-3178-45D1-B69A-318BE9D4861D}" dt="2026-05-30T23:43:31.890" v="292"/>
        <pc:sldMkLst>
          <pc:docMk/>
          <pc:sldMk cId="0" sldId="274"/>
        </pc:sldMkLst>
        <pc:spChg chg="add mod">
          <ac:chgData name="Lerato Shakung" userId="f89920b59a2fa8e9" providerId="LiveId" clId="{E44EBBD3-3178-45D1-B69A-318BE9D4861D}" dt="2026-05-30T23:32:05.446" v="227" actId="1076"/>
          <ac:spMkLst>
            <pc:docMk/>
            <pc:sldMk cId="0" sldId="274"/>
            <ac:spMk id="3" creationId="{B2D90952-52BD-1644-5685-9246DF8946C5}"/>
          </ac:spMkLst>
        </pc:spChg>
        <pc:spChg chg="add del mod">
          <ac:chgData name="Lerato Shakung" userId="f89920b59a2fa8e9" providerId="LiveId" clId="{E44EBBD3-3178-45D1-B69A-318BE9D4861D}" dt="2026-05-30T23:22:53.643" v="133" actId="478"/>
          <ac:spMkLst>
            <pc:docMk/>
            <pc:sldMk cId="0" sldId="274"/>
            <ac:spMk id="7" creationId="{53D0BA67-3049-2476-B7D1-45883980C99F}"/>
          </ac:spMkLst>
        </pc:spChg>
        <pc:spChg chg="add mod">
          <ac:chgData name="Lerato Shakung" userId="f89920b59a2fa8e9" providerId="LiveId" clId="{E44EBBD3-3178-45D1-B69A-318BE9D4861D}" dt="2026-05-30T23:43:11.950" v="290" actId="1076"/>
          <ac:spMkLst>
            <pc:docMk/>
            <pc:sldMk cId="0" sldId="274"/>
            <ac:spMk id="10" creationId="{0A489C64-2023-F650-83A2-DF2EA941CDE4}"/>
          </ac:spMkLst>
        </pc:spChg>
        <pc:spChg chg="del mod">
          <ac:chgData name="Lerato Shakung" userId="f89920b59a2fa8e9" providerId="LiveId" clId="{E44EBBD3-3178-45D1-B69A-318BE9D4861D}" dt="2026-05-30T23:22:50.531" v="132" actId="478"/>
          <ac:spMkLst>
            <pc:docMk/>
            <pc:sldMk cId="0" sldId="274"/>
            <ac:spMk id="1050" creationId="{00000000-0000-0000-0000-000000000000}"/>
          </ac:spMkLst>
        </pc:spChg>
        <pc:spChg chg="del">
          <ac:chgData name="Lerato Shakung" userId="f89920b59a2fa8e9" providerId="LiveId" clId="{E44EBBD3-3178-45D1-B69A-318BE9D4861D}" dt="2026-05-30T23:17:13.743" v="73" actId="478"/>
          <ac:spMkLst>
            <pc:docMk/>
            <pc:sldMk cId="0" sldId="274"/>
            <ac:spMk id="1052" creationId="{00000000-0000-0000-0000-000000000000}"/>
          </ac:spMkLst>
        </pc:spChg>
        <pc:spChg chg="del">
          <ac:chgData name="Lerato Shakung" userId="f89920b59a2fa8e9" providerId="LiveId" clId="{E44EBBD3-3178-45D1-B69A-318BE9D4861D}" dt="2026-05-30T23:17:14.715" v="74" actId="478"/>
          <ac:spMkLst>
            <pc:docMk/>
            <pc:sldMk cId="0" sldId="274"/>
            <ac:spMk id="1053" creationId="{00000000-0000-0000-0000-000000000000}"/>
          </ac:spMkLst>
        </pc:spChg>
        <pc:spChg chg="del">
          <ac:chgData name="Lerato Shakung" userId="f89920b59a2fa8e9" providerId="LiveId" clId="{E44EBBD3-3178-45D1-B69A-318BE9D4861D}" dt="2026-05-30T23:17:12.395" v="72" actId="478"/>
          <ac:spMkLst>
            <pc:docMk/>
            <pc:sldMk cId="0" sldId="274"/>
            <ac:spMk id="1054" creationId="{00000000-0000-0000-0000-000000000000}"/>
          </ac:spMkLst>
        </pc:spChg>
        <pc:spChg chg="del mod">
          <ac:chgData name="Lerato Shakung" userId="f89920b59a2fa8e9" providerId="LiveId" clId="{E44EBBD3-3178-45D1-B69A-318BE9D4861D}" dt="2026-05-30T23:17:16.551" v="76" actId="478"/>
          <ac:spMkLst>
            <pc:docMk/>
            <pc:sldMk cId="0" sldId="274"/>
            <ac:spMk id="1055" creationId="{00000000-0000-0000-0000-000000000000}"/>
          </ac:spMkLst>
        </pc:spChg>
        <pc:spChg chg="del">
          <ac:chgData name="Lerato Shakung" userId="f89920b59a2fa8e9" providerId="LiveId" clId="{E44EBBD3-3178-45D1-B69A-318BE9D4861D}" dt="2026-05-30T23:17:18.181" v="77" actId="478"/>
          <ac:spMkLst>
            <pc:docMk/>
            <pc:sldMk cId="0" sldId="274"/>
            <ac:spMk id="1056" creationId="{00000000-0000-0000-0000-000000000000}"/>
          </ac:spMkLst>
        </pc:spChg>
        <pc:graphicFrameChg chg="add mod">
          <ac:chgData name="Lerato Shakung" userId="f89920b59a2fa8e9" providerId="LiveId" clId="{E44EBBD3-3178-45D1-B69A-318BE9D4861D}" dt="2026-05-30T23:22:14.235" v="125"/>
          <ac:graphicFrameMkLst>
            <pc:docMk/>
            <pc:sldMk cId="0" sldId="274"/>
            <ac:graphicFrameMk id="4" creationId="{8B09278A-B7B9-8081-9DB9-032B5059E31B}"/>
          </ac:graphicFrameMkLst>
        </pc:graphicFrameChg>
        <pc:graphicFrameChg chg="add mod modGraphic">
          <ac:chgData name="Lerato Shakung" userId="f89920b59a2fa8e9" providerId="LiveId" clId="{E44EBBD3-3178-45D1-B69A-318BE9D4861D}" dt="2026-05-30T23:23:50.127" v="147" actId="14100"/>
          <ac:graphicFrameMkLst>
            <pc:docMk/>
            <pc:sldMk cId="0" sldId="274"/>
            <ac:graphicFrameMk id="5" creationId="{68B4BE0A-6145-F280-B21E-1F4EA04E0014}"/>
          </ac:graphicFrameMkLst>
        </pc:graphicFrameChg>
        <pc:graphicFrameChg chg="add mod modGraphic">
          <ac:chgData name="Lerato Shakung" userId="f89920b59a2fa8e9" providerId="LiveId" clId="{E44EBBD3-3178-45D1-B69A-318BE9D4861D}" dt="2026-05-30T23:32:23.893" v="230" actId="1076"/>
          <ac:graphicFrameMkLst>
            <pc:docMk/>
            <pc:sldMk cId="0" sldId="274"/>
            <ac:graphicFrameMk id="8" creationId="{121AB95A-39D2-3E6C-C95E-8E37A7164953}"/>
          </ac:graphicFrameMkLst>
        </pc:graphicFrameChg>
        <pc:graphicFrameChg chg="add mod modGraphic">
          <ac:chgData name="Lerato Shakung" userId="f89920b59a2fa8e9" providerId="LiveId" clId="{E44EBBD3-3178-45D1-B69A-318BE9D4861D}" dt="2026-05-30T23:39:28.487" v="253" actId="20577"/>
          <ac:graphicFrameMkLst>
            <pc:docMk/>
            <pc:sldMk cId="0" sldId="274"/>
            <ac:graphicFrameMk id="9" creationId="{A81F4DCB-BB0A-9353-EB0A-4F457EBAB698}"/>
          </ac:graphicFrameMkLst>
        </pc:graphicFrameChg>
        <pc:graphicFrameChg chg="mod modGraphic">
          <ac:chgData name="Lerato Shakung" userId="f89920b59a2fa8e9" providerId="LiveId" clId="{E44EBBD3-3178-45D1-B69A-318BE9D4861D}" dt="2026-05-30T23:32:45.628" v="238" actId="14100"/>
          <ac:graphicFrameMkLst>
            <pc:docMk/>
            <pc:sldMk cId="0" sldId="274"/>
            <ac:graphicFrameMk id="1051" creationId="{00000000-0000-0000-0000-000000000000}"/>
          </ac:graphicFrameMkLst>
        </pc:graphicFrameChg>
        <pc:picChg chg="del">
          <ac:chgData name="Lerato Shakung" userId="f89920b59a2fa8e9" providerId="LiveId" clId="{E44EBBD3-3178-45D1-B69A-318BE9D4861D}" dt="2026-05-30T23:17:10.423" v="71" actId="478"/>
          <ac:picMkLst>
            <pc:docMk/>
            <pc:sldMk cId="0" sldId="274"/>
            <ac:picMk id="1057" creationId="{00000000-0000-0000-0000-000000000000}"/>
          </ac:picMkLst>
        </pc:picChg>
      </pc:sldChg>
      <pc:sldChg chg="addSp delSp modSp mod">
        <pc:chgData name="Lerato Shakung" userId="f89920b59a2fa8e9" providerId="LiveId" clId="{E44EBBD3-3178-45D1-B69A-318BE9D4861D}" dt="2026-05-31T00:39:57.083" v="938"/>
        <pc:sldMkLst>
          <pc:docMk/>
          <pc:sldMk cId="0" sldId="275"/>
        </pc:sldMkLst>
        <pc:spChg chg="mod">
          <ac:chgData name="Lerato Shakung" userId="f89920b59a2fa8e9" providerId="LiveId" clId="{E44EBBD3-3178-45D1-B69A-318BE9D4861D}" dt="2026-05-30T23:45:33.697" v="344"/>
          <ac:spMkLst>
            <pc:docMk/>
            <pc:sldMk cId="0" sldId="275"/>
            <ac:spMk id="3" creationId="{3C9ABB56-2548-8EAD-A003-A391830220BB}"/>
          </ac:spMkLst>
        </pc:spChg>
        <pc:spChg chg="mod">
          <ac:chgData name="Lerato Shakung" userId="f89920b59a2fa8e9" providerId="LiveId" clId="{E44EBBD3-3178-45D1-B69A-318BE9D4861D}" dt="2026-05-30T23:45:33.697" v="344"/>
          <ac:spMkLst>
            <pc:docMk/>
            <pc:sldMk cId="0" sldId="275"/>
            <ac:spMk id="4" creationId="{94F37BB8-6835-14AE-57C9-90ED638E2675}"/>
          </ac:spMkLst>
        </pc:spChg>
        <pc:spChg chg="add mod">
          <ac:chgData name="Lerato Shakung" userId="f89920b59a2fa8e9" providerId="LiveId" clId="{E44EBBD3-3178-45D1-B69A-318BE9D4861D}" dt="2026-05-30T23:46:45.383" v="349" actId="14100"/>
          <ac:spMkLst>
            <pc:docMk/>
            <pc:sldMk cId="0" sldId="275"/>
            <ac:spMk id="5" creationId="{E72D57E4-677F-EEF1-E7F4-833E16AA1C4D}"/>
          </ac:spMkLst>
        </pc:spChg>
        <pc:spChg chg="mod">
          <ac:chgData name="Lerato Shakung" userId="f89920b59a2fa8e9" providerId="LiveId" clId="{E44EBBD3-3178-45D1-B69A-318BE9D4861D}" dt="2026-05-30T23:47:03.453" v="350"/>
          <ac:spMkLst>
            <pc:docMk/>
            <pc:sldMk cId="0" sldId="275"/>
            <ac:spMk id="7" creationId="{10798D3F-A65F-5BDE-8895-27304102ABDD}"/>
          </ac:spMkLst>
        </pc:spChg>
        <pc:spChg chg="mod">
          <ac:chgData name="Lerato Shakung" userId="f89920b59a2fa8e9" providerId="LiveId" clId="{E44EBBD3-3178-45D1-B69A-318BE9D4861D}" dt="2026-05-30T23:47:03.453" v="350"/>
          <ac:spMkLst>
            <pc:docMk/>
            <pc:sldMk cId="0" sldId="275"/>
            <ac:spMk id="8" creationId="{4B181551-FF8C-8F93-157B-0677A012E9AB}"/>
          </ac:spMkLst>
        </pc:spChg>
        <pc:spChg chg="mod">
          <ac:chgData name="Lerato Shakung" userId="f89920b59a2fa8e9" providerId="LiveId" clId="{E44EBBD3-3178-45D1-B69A-318BE9D4861D}" dt="2026-05-30T23:47:03.453" v="350"/>
          <ac:spMkLst>
            <pc:docMk/>
            <pc:sldMk cId="0" sldId="275"/>
            <ac:spMk id="9" creationId="{93A46C99-236F-5F29-DD48-239A4F45F0AE}"/>
          </ac:spMkLst>
        </pc:spChg>
        <pc:spChg chg="mod">
          <ac:chgData name="Lerato Shakung" userId="f89920b59a2fa8e9" providerId="LiveId" clId="{E44EBBD3-3178-45D1-B69A-318BE9D4861D}" dt="2026-05-30T23:47:03.453" v="350"/>
          <ac:spMkLst>
            <pc:docMk/>
            <pc:sldMk cId="0" sldId="275"/>
            <ac:spMk id="10" creationId="{962F9966-327E-B5A1-83D0-2BF99A75CFD3}"/>
          </ac:spMkLst>
        </pc:spChg>
        <pc:spChg chg="add del mod">
          <ac:chgData name="Lerato Shakung" userId="f89920b59a2fa8e9" providerId="LiveId" clId="{E44EBBD3-3178-45D1-B69A-318BE9D4861D}" dt="2026-05-31T00:38:16.957" v="934" actId="20577"/>
          <ac:spMkLst>
            <pc:docMk/>
            <pc:sldMk cId="0" sldId="275"/>
            <ac:spMk id="11" creationId="{BDB2B896-094F-951E-11FC-D3ACC1FD6844}"/>
          </ac:spMkLst>
        </pc:spChg>
        <pc:spChg chg="mod">
          <ac:chgData name="Lerato Shakung" userId="f89920b59a2fa8e9" providerId="LiveId" clId="{E44EBBD3-3178-45D1-B69A-318BE9D4861D}" dt="2026-05-31T00:39:57.083" v="938"/>
          <ac:spMkLst>
            <pc:docMk/>
            <pc:sldMk cId="0" sldId="275"/>
            <ac:spMk id="1063" creationId="{00000000-0000-0000-0000-000000000000}"/>
          </ac:spMkLst>
        </pc:spChg>
        <pc:spChg chg="del">
          <ac:chgData name="Lerato Shakung" userId="f89920b59a2fa8e9" providerId="LiveId" clId="{E44EBBD3-3178-45D1-B69A-318BE9D4861D}" dt="2026-05-30T23:47:17.274" v="353" actId="478"/>
          <ac:spMkLst>
            <pc:docMk/>
            <pc:sldMk cId="0" sldId="275"/>
            <ac:spMk id="1064" creationId="{00000000-0000-0000-0000-000000000000}"/>
          </ac:spMkLst>
        </pc:spChg>
        <pc:grpChg chg="add mod">
          <ac:chgData name="Lerato Shakung" userId="f89920b59a2fa8e9" providerId="LiveId" clId="{E44EBBD3-3178-45D1-B69A-318BE9D4861D}" dt="2026-05-30T23:45:39.841" v="346" actId="1076"/>
          <ac:grpSpMkLst>
            <pc:docMk/>
            <pc:sldMk cId="0" sldId="275"/>
            <ac:grpSpMk id="2" creationId="{C7105E54-6799-A43C-3B12-44DE54F19FDA}"/>
          </ac:grpSpMkLst>
        </pc:grpChg>
        <pc:grpChg chg="add mod">
          <ac:chgData name="Lerato Shakung" userId="f89920b59a2fa8e9" providerId="LiveId" clId="{E44EBBD3-3178-45D1-B69A-318BE9D4861D}" dt="2026-05-30T23:47:11.864" v="352" actId="1076"/>
          <ac:grpSpMkLst>
            <pc:docMk/>
            <pc:sldMk cId="0" sldId="275"/>
            <ac:grpSpMk id="6" creationId="{B7553080-EB9E-6143-FCEC-5527E0745AE5}"/>
          </ac:grpSpMkLst>
        </pc:grpChg>
        <pc:grpChg chg="del">
          <ac:chgData name="Lerato Shakung" userId="f89920b59a2fa8e9" providerId="LiveId" clId="{E44EBBD3-3178-45D1-B69A-318BE9D4861D}" dt="2026-05-30T23:45:35.755" v="345" actId="478"/>
          <ac:grpSpMkLst>
            <pc:docMk/>
            <pc:sldMk cId="0" sldId="275"/>
            <ac:grpSpMk id="1065" creationId="{00000000-0000-0000-0000-000000000000}"/>
          </ac:grpSpMkLst>
        </pc:grpChg>
        <pc:grpChg chg="del">
          <ac:chgData name="Lerato Shakung" userId="f89920b59a2fa8e9" providerId="LiveId" clId="{E44EBBD3-3178-45D1-B69A-318BE9D4861D}" dt="2026-05-30T23:47:06.546" v="351" actId="478"/>
          <ac:grpSpMkLst>
            <pc:docMk/>
            <pc:sldMk cId="0" sldId="275"/>
            <ac:grpSpMk id="1073" creationId="{00000000-0000-0000-0000-000000000000}"/>
          </ac:grpSpMkLst>
        </pc:grpChg>
      </pc:sldChg>
      <pc:sldChg chg="del">
        <pc:chgData name="Lerato Shakung" userId="f89920b59a2fa8e9" providerId="LiveId" clId="{E44EBBD3-3178-45D1-B69A-318BE9D4861D}" dt="2026-05-30T23:05:56.553" v="18" actId="47"/>
        <pc:sldMkLst>
          <pc:docMk/>
          <pc:sldMk cId="0" sldId="276"/>
        </pc:sldMkLst>
      </pc:sldChg>
      <pc:sldChg chg="del">
        <pc:chgData name="Lerato Shakung" userId="f89920b59a2fa8e9" providerId="LiveId" clId="{E44EBBD3-3178-45D1-B69A-318BE9D4861D}" dt="2026-05-30T23:05:54.873" v="17" actId="47"/>
        <pc:sldMkLst>
          <pc:docMk/>
          <pc:sldMk cId="0" sldId="277"/>
        </pc:sldMkLst>
      </pc:sldChg>
      <pc:sldChg chg="del">
        <pc:chgData name="Lerato Shakung" userId="f89920b59a2fa8e9" providerId="LiveId" clId="{E44EBBD3-3178-45D1-B69A-318BE9D4861D}" dt="2026-05-30T23:05:53.216" v="16" actId="47"/>
        <pc:sldMkLst>
          <pc:docMk/>
          <pc:sldMk cId="0" sldId="278"/>
        </pc:sldMkLst>
      </pc:sldChg>
      <pc:sldChg chg="del">
        <pc:chgData name="Lerato Shakung" userId="f89920b59a2fa8e9" providerId="LiveId" clId="{E44EBBD3-3178-45D1-B69A-318BE9D4861D}" dt="2026-05-30T23:05:51.667" v="15" actId="47"/>
        <pc:sldMkLst>
          <pc:docMk/>
          <pc:sldMk cId="0" sldId="279"/>
        </pc:sldMkLst>
      </pc:sldChg>
      <pc:sldChg chg="del">
        <pc:chgData name="Lerato Shakung" userId="f89920b59a2fa8e9" providerId="LiveId" clId="{E44EBBD3-3178-45D1-B69A-318BE9D4861D}" dt="2026-05-30T23:05:50.216" v="14" actId="47"/>
        <pc:sldMkLst>
          <pc:docMk/>
          <pc:sldMk cId="0" sldId="280"/>
        </pc:sldMkLst>
      </pc:sldChg>
      <pc:sldChg chg="del">
        <pc:chgData name="Lerato Shakung" userId="f89920b59a2fa8e9" providerId="LiveId" clId="{E44EBBD3-3178-45D1-B69A-318BE9D4861D}" dt="2026-05-30T23:05:46.214" v="13" actId="47"/>
        <pc:sldMkLst>
          <pc:docMk/>
          <pc:sldMk cId="0" sldId="281"/>
        </pc:sldMkLst>
      </pc:sldChg>
      <pc:sldChg chg="del">
        <pc:chgData name="Lerato Shakung" userId="f89920b59a2fa8e9" providerId="LiveId" clId="{E44EBBD3-3178-45D1-B69A-318BE9D4861D}" dt="2026-05-30T23:05:45.452" v="12" actId="47"/>
        <pc:sldMkLst>
          <pc:docMk/>
          <pc:sldMk cId="0" sldId="282"/>
        </pc:sldMkLst>
      </pc:sldChg>
      <pc:sldChg chg="del">
        <pc:chgData name="Lerato Shakung" userId="f89920b59a2fa8e9" providerId="LiveId" clId="{E44EBBD3-3178-45D1-B69A-318BE9D4861D}" dt="2026-05-30T23:05:44.914" v="11" actId="47"/>
        <pc:sldMkLst>
          <pc:docMk/>
          <pc:sldMk cId="0" sldId="283"/>
        </pc:sldMkLst>
      </pc:sldChg>
      <pc:sldChg chg="del">
        <pc:chgData name="Lerato Shakung" userId="f89920b59a2fa8e9" providerId="LiveId" clId="{E44EBBD3-3178-45D1-B69A-318BE9D4861D}" dt="2026-05-30T23:05:44.600" v="10" actId="47"/>
        <pc:sldMkLst>
          <pc:docMk/>
          <pc:sldMk cId="0" sldId="284"/>
        </pc:sldMkLst>
      </pc:sldChg>
      <pc:sldChg chg="del">
        <pc:chgData name="Lerato Shakung" userId="f89920b59a2fa8e9" providerId="LiveId" clId="{E44EBBD3-3178-45D1-B69A-318BE9D4861D}" dt="2026-05-30T23:05:44.096" v="9" actId="47"/>
        <pc:sldMkLst>
          <pc:docMk/>
          <pc:sldMk cId="0" sldId="285"/>
        </pc:sldMkLst>
      </pc:sldChg>
      <pc:sldChg chg="del">
        <pc:chgData name="Lerato Shakung" userId="f89920b59a2fa8e9" providerId="LiveId" clId="{E44EBBD3-3178-45D1-B69A-318BE9D4861D}" dt="2026-05-30T23:05:43.851" v="8" actId="47"/>
        <pc:sldMkLst>
          <pc:docMk/>
          <pc:sldMk cId="0" sldId="286"/>
        </pc:sldMkLst>
      </pc:sldChg>
      <pc:sldChg chg="del">
        <pc:chgData name="Lerato Shakung" userId="f89920b59a2fa8e9" providerId="LiveId" clId="{E44EBBD3-3178-45D1-B69A-318BE9D4861D}" dt="2026-05-30T23:05:43.580" v="7" actId="47"/>
        <pc:sldMkLst>
          <pc:docMk/>
          <pc:sldMk cId="0" sldId="287"/>
        </pc:sldMkLst>
      </pc:sldChg>
      <pc:sldChg chg="del">
        <pc:chgData name="Lerato Shakung" userId="f89920b59a2fa8e9" providerId="LiveId" clId="{E44EBBD3-3178-45D1-B69A-318BE9D4861D}" dt="2026-05-30T23:05:43.148" v="6" actId="47"/>
        <pc:sldMkLst>
          <pc:docMk/>
          <pc:sldMk cId="0" sldId="288"/>
        </pc:sldMkLst>
      </pc:sldChg>
      <pc:sldChg chg="del">
        <pc:chgData name="Lerato Shakung" userId="f89920b59a2fa8e9" providerId="LiveId" clId="{E44EBBD3-3178-45D1-B69A-318BE9D4861D}" dt="2026-05-30T23:05:42.642" v="5" actId="47"/>
        <pc:sldMkLst>
          <pc:docMk/>
          <pc:sldMk cId="0" sldId="289"/>
        </pc:sldMkLst>
      </pc:sldChg>
      <pc:sldChg chg="del">
        <pc:chgData name="Lerato Shakung" userId="f89920b59a2fa8e9" providerId="LiveId" clId="{E44EBBD3-3178-45D1-B69A-318BE9D4861D}" dt="2026-05-30T23:05:42.101" v="4" actId="47"/>
        <pc:sldMkLst>
          <pc:docMk/>
          <pc:sldMk cId="0" sldId="290"/>
        </pc:sldMkLst>
      </pc:sldChg>
      <pc:sldChg chg="del">
        <pc:chgData name="Lerato Shakung" userId="f89920b59a2fa8e9" providerId="LiveId" clId="{E44EBBD3-3178-45D1-B69A-318BE9D4861D}" dt="2026-05-30T23:05:41.741" v="3" actId="47"/>
        <pc:sldMkLst>
          <pc:docMk/>
          <pc:sldMk cId="0" sldId="291"/>
        </pc:sldMkLst>
      </pc:sldChg>
      <pc:sldChg chg="del">
        <pc:chgData name="Lerato Shakung" userId="f89920b59a2fa8e9" providerId="LiveId" clId="{E44EBBD3-3178-45D1-B69A-318BE9D4861D}" dt="2026-05-30T23:05:41.309" v="2" actId="47"/>
        <pc:sldMkLst>
          <pc:docMk/>
          <pc:sldMk cId="0" sldId="292"/>
        </pc:sldMkLst>
      </pc:sldChg>
      <pc:sldChg chg="del">
        <pc:chgData name="Lerato Shakung" userId="f89920b59a2fa8e9" providerId="LiveId" clId="{E44EBBD3-3178-45D1-B69A-318BE9D4861D}" dt="2026-05-30T23:05:40.755" v="1" actId="47"/>
        <pc:sldMkLst>
          <pc:docMk/>
          <pc:sldMk cId="0" sldId="293"/>
        </pc:sldMkLst>
      </pc:sldChg>
      <pc:sldChg chg="del">
        <pc:chgData name="Lerato Shakung" userId="f89920b59a2fa8e9" providerId="LiveId" clId="{E44EBBD3-3178-45D1-B69A-318BE9D4861D}" dt="2026-05-30T23:05:39.993" v="0" actId="47"/>
        <pc:sldMkLst>
          <pc:docMk/>
          <pc:sldMk cId="0" sldId="294"/>
        </pc:sldMkLst>
      </pc:sldChg>
      <pc:sldChg chg="del">
        <pc:chgData name="Lerato Shakung" userId="f89920b59a2fa8e9" providerId="LiveId" clId="{E44EBBD3-3178-45D1-B69A-318BE9D4861D}" dt="2026-05-30T23:08:45.710" v="70" actId="47"/>
        <pc:sldMkLst>
          <pc:docMk/>
          <pc:sldMk cId="0" sldId="298"/>
        </pc:sldMkLst>
      </pc:sldChg>
      <pc:sldChg chg="del">
        <pc:chgData name="Lerato Shakung" userId="f89920b59a2fa8e9" providerId="LiveId" clId="{E44EBBD3-3178-45D1-B69A-318BE9D4861D}" dt="2026-05-30T23:06:10.165" v="19" actId="47"/>
        <pc:sldMkLst>
          <pc:docMk/>
          <pc:sldMk cId="3408624670" sldId="299"/>
        </pc:sldMkLst>
      </pc:sldChg>
      <pc:sldChg chg="delSp modSp mod">
        <pc:chgData name="Lerato Shakung" userId="f89920b59a2fa8e9" providerId="LiveId" clId="{E44EBBD3-3178-45D1-B69A-318BE9D4861D}" dt="2026-05-30T23:08:27.360" v="68" actId="14100"/>
        <pc:sldMkLst>
          <pc:docMk/>
          <pc:sldMk cId="829637822" sldId="301"/>
        </pc:sldMkLst>
        <pc:spChg chg="mod">
          <ac:chgData name="Lerato Shakung" userId="f89920b59a2fa8e9" providerId="LiveId" clId="{E44EBBD3-3178-45D1-B69A-318BE9D4861D}" dt="2026-05-30T23:07:29.861" v="46" actId="21"/>
          <ac:spMkLst>
            <pc:docMk/>
            <pc:sldMk cId="829637822" sldId="301"/>
            <ac:spMk id="2" creationId="{8A189AA8-9FD0-251B-EF37-A508E0F33B0D}"/>
          </ac:spMkLst>
        </pc:spChg>
        <pc:spChg chg="del mod">
          <ac:chgData name="Lerato Shakung" userId="f89920b59a2fa8e9" providerId="LiveId" clId="{E44EBBD3-3178-45D1-B69A-318BE9D4861D}" dt="2026-05-30T23:08:19.991" v="66" actId="478"/>
          <ac:spMkLst>
            <pc:docMk/>
            <pc:sldMk cId="829637822" sldId="301"/>
            <ac:spMk id="902" creationId="{7D968311-DE64-9116-1B39-A597C5BAE563}"/>
          </ac:spMkLst>
        </pc:spChg>
        <pc:graphicFrameChg chg="mod modGraphic">
          <ac:chgData name="Lerato Shakung" userId="f89920b59a2fa8e9" providerId="LiveId" clId="{E44EBBD3-3178-45D1-B69A-318BE9D4861D}" dt="2026-05-30T23:08:27.360" v="68" actId="14100"/>
          <ac:graphicFrameMkLst>
            <pc:docMk/>
            <pc:sldMk cId="829637822" sldId="301"/>
            <ac:graphicFrameMk id="20" creationId="{2C67C843-ACA2-F128-0D3C-A14C248037E0}"/>
          </ac:graphicFrameMkLst>
        </pc:graphicFrameChg>
      </pc:sldChg>
      <pc:sldChg chg="modSp mod">
        <pc:chgData name="Lerato Shakung" userId="f89920b59a2fa8e9" providerId="LiveId" clId="{E44EBBD3-3178-45D1-B69A-318BE9D4861D}" dt="2026-05-30T23:56:01.065" v="399" actId="113"/>
        <pc:sldMkLst>
          <pc:docMk/>
          <pc:sldMk cId="456201039" sldId="303"/>
        </pc:sldMkLst>
        <pc:spChg chg="mod">
          <ac:chgData name="Lerato Shakung" userId="f89920b59a2fa8e9" providerId="LiveId" clId="{E44EBBD3-3178-45D1-B69A-318BE9D4861D}" dt="2026-05-30T23:56:01.065" v="399" actId="113"/>
          <ac:spMkLst>
            <pc:docMk/>
            <pc:sldMk cId="456201039" sldId="303"/>
            <ac:spMk id="4" creationId="{9424C11D-9929-94E2-B4C2-38576D4CA8D2}"/>
          </ac:spMkLst>
        </pc:spChg>
      </pc:sldChg>
      <pc:sldChg chg="addSp delSp modSp add mod ord">
        <pc:chgData name="Lerato Shakung" userId="f89920b59a2fa8e9" providerId="LiveId" clId="{E44EBBD3-3178-45D1-B69A-318BE9D4861D}" dt="2026-05-31T00:13:12.926" v="600"/>
        <pc:sldMkLst>
          <pc:docMk/>
          <pc:sldMk cId="1634448862" sldId="305"/>
        </pc:sldMkLst>
        <pc:spChg chg="mod">
          <ac:chgData name="Lerato Shakung" userId="f89920b59a2fa8e9" providerId="LiveId" clId="{E44EBBD3-3178-45D1-B69A-318BE9D4861D}" dt="2026-05-31T00:10:21.291" v="559" actId="1076"/>
          <ac:spMkLst>
            <pc:docMk/>
            <pc:sldMk cId="1634448862" sldId="305"/>
            <ac:spMk id="4" creationId="{EE6824BF-1979-2078-D360-F98EAAF0F711}"/>
          </ac:spMkLst>
        </pc:spChg>
        <pc:spChg chg="del mod">
          <ac:chgData name="Lerato Shakung" userId="f89920b59a2fa8e9" providerId="LiveId" clId="{E44EBBD3-3178-45D1-B69A-318BE9D4861D}" dt="2026-05-31T00:10:00.783" v="556" actId="478"/>
          <ac:spMkLst>
            <pc:docMk/>
            <pc:sldMk cId="1634448862" sldId="305"/>
            <ac:spMk id="6" creationId="{7B42DD08-0D0F-3216-6F76-B0A0ACE980FA}"/>
          </ac:spMkLst>
        </pc:spChg>
        <pc:spChg chg="mod">
          <ac:chgData name="Lerato Shakung" userId="f89920b59a2fa8e9" providerId="LiveId" clId="{E44EBBD3-3178-45D1-B69A-318BE9D4861D}" dt="2026-05-31T00:12:38.239" v="598" actId="20577"/>
          <ac:spMkLst>
            <pc:docMk/>
            <pc:sldMk cId="1634448862" sldId="305"/>
            <ac:spMk id="947" creationId="{8048F806-5922-7442-9BDB-B1E8E2150151}"/>
          </ac:spMkLst>
        </pc:spChg>
        <pc:graphicFrameChg chg="del">
          <ac:chgData name="Lerato Shakung" userId="f89920b59a2fa8e9" providerId="LiveId" clId="{E44EBBD3-3178-45D1-B69A-318BE9D4861D}" dt="2026-05-31T00:02:33.713" v="405" actId="478"/>
          <ac:graphicFrameMkLst>
            <pc:docMk/>
            <pc:sldMk cId="1634448862" sldId="305"/>
            <ac:graphicFrameMk id="2" creationId="{3D2D7AB4-AA93-C4F7-6955-8F4544CDA7F1}"/>
          </ac:graphicFrameMkLst>
        </pc:graphicFrameChg>
        <pc:graphicFrameChg chg="add mod">
          <ac:chgData name="Lerato Shakung" userId="f89920b59a2fa8e9" providerId="LiveId" clId="{E44EBBD3-3178-45D1-B69A-318BE9D4861D}" dt="2026-05-31T00:03:07.261" v="408"/>
          <ac:graphicFrameMkLst>
            <pc:docMk/>
            <pc:sldMk cId="1634448862" sldId="305"/>
            <ac:graphicFrameMk id="3" creationId="{422BDE9C-E1DD-CFC3-6878-4A1CD60B6A5E}"/>
          </ac:graphicFrameMkLst>
        </pc:graphicFrameChg>
        <pc:graphicFrameChg chg="add mod">
          <ac:chgData name="Lerato Shakung" userId="f89920b59a2fa8e9" providerId="LiveId" clId="{E44EBBD3-3178-45D1-B69A-318BE9D4861D}" dt="2026-05-31T00:10:14.095" v="558" actId="1076"/>
          <ac:graphicFrameMkLst>
            <pc:docMk/>
            <pc:sldMk cId="1634448862" sldId="305"/>
            <ac:graphicFrameMk id="5" creationId="{422BDE9C-E1DD-CFC3-6878-4A1CD60B6A5E}"/>
          </ac:graphicFrameMkLst>
        </pc:graphicFrameChg>
        <pc:picChg chg="del">
          <ac:chgData name="Lerato Shakung" userId="f89920b59a2fa8e9" providerId="LiveId" clId="{E44EBBD3-3178-45D1-B69A-318BE9D4861D}" dt="2026-05-31T00:04:57.185" v="430" actId="478"/>
          <ac:picMkLst>
            <pc:docMk/>
            <pc:sldMk cId="1634448862" sldId="305"/>
            <ac:picMk id="11" creationId="{68EEF6B0-BA26-A096-84CE-1E0F394AA601}"/>
          </ac:picMkLst>
        </pc:picChg>
        <pc:cxnChg chg="add mod">
          <ac:chgData name="Lerato Shakung" userId="f89920b59a2fa8e9" providerId="LiveId" clId="{E44EBBD3-3178-45D1-B69A-318BE9D4861D}" dt="2026-05-31T00:10:40.835" v="563" actId="1076"/>
          <ac:cxnSpMkLst>
            <pc:docMk/>
            <pc:sldMk cId="1634448862" sldId="305"/>
            <ac:cxnSpMk id="7" creationId="{9780D3B4-AA95-C1A8-B3CD-46730F08182A}"/>
          </ac:cxnSpMkLst>
        </pc:cxnChg>
      </pc:sldChg>
      <pc:sldMasterChg chg="addSldLayout delSldLayout">
        <pc:chgData name="Lerato Shakung" userId="f89920b59a2fa8e9" providerId="LiveId" clId="{E44EBBD3-3178-45D1-B69A-318BE9D4861D}" dt="2026-05-30T23:48:40.044" v="369" actId="47"/>
        <pc:sldMasterMkLst>
          <pc:docMk/>
          <pc:sldMasterMk cId="0" sldId="2147483678"/>
        </pc:sldMasterMkLst>
        <pc:sldLayoutChg chg="del">
          <pc:chgData name="Lerato Shakung" userId="f89920b59a2fa8e9" providerId="LiveId" clId="{E44EBBD3-3178-45D1-B69A-318BE9D4861D}" dt="2026-05-30T23:08:37.673" v="69" actId="47"/>
          <pc:sldLayoutMkLst>
            <pc:docMk/>
            <pc:sldMasterMk cId="0" sldId="2147483678"/>
            <pc:sldLayoutMk cId="0" sldId="2147483651"/>
          </pc:sldLayoutMkLst>
        </pc:sldLayoutChg>
        <pc:sldLayoutChg chg="del">
          <pc:chgData name="Lerato Shakung" userId="f89920b59a2fa8e9" providerId="LiveId" clId="{E44EBBD3-3178-45D1-B69A-318BE9D4861D}" dt="2026-05-30T23:43:44.551" v="294" actId="47"/>
          <pc:sldLayoutMkLst>
            <pc:docMk/>
            <pc:sldMasterMk cId="0" sldId="2147483678"/>
            <pc:sldLayoutMk cId="0" sldId="2147483657"/>
          </pc:sldLayoutMkLst>
        </pc:sldLayoutChg>
        <pc:sldLayoutChg chg="add del">
          <pc:chgData name="Lerato Shakung" userId="f89920b59a2fa8e9" providerId="LiveId" clId="{E44EBBD3-3178-45D1-B69A-318BE9D4861D}" dt="2026-05-30T23:06:23.891" v="22" actId="47"/>
          <pc:sldLayoutMkLst>
            <pc:docMk/>
            <pc:sldMasterMk cId="0" sldId="2147483678"/>
            <pc:sldLayoutMk cId="0" sldId="2147483660"/>
          </pc:sldLayoutMkLst>
        </pc:sldLayoutChg>
        <pc:sldLayoutChg chg="del">
          <pc:chgData name="Lerato Shakung" userId="f89920b59a2fa8e9" providerId="LiveId" clId="{E44EBBD3-3178-45D1-B69A-318BE9D4861D}" dt="2026-05-30T23:05:56.553" v="18" actId="47"/>
          <pc:sldLayoutMkLst>
            <pc:docMk/>
            <pc:sldMasterMk cId="0" sldId="2147483678"/>
            <pc:sldLayoutMk cId="0" sldId="2147483661"/>
          </pc:sldLayoutMkLst>
        </pc:sldLayoutChg>
        <pc:sldLayoutChg chg="del">
          <pc:chgData name="Lerato Shakung" userId="f89920b59a2fa8e9" providerId="LiveId" clId="{E44EBBD3-3178-45D1-B69A-318BE9D4861D}" dt="2026-05-30T23:05:54.873" v="17" actId="47"/>
          <pc:sldLayoutMkLst>
            <pc:docMk/>
            <pc:sldMasterMk cId="0" sldId="2147483678"/>
            <pc:sldLayoutMk cId="0" sldId="2147483662"/>
          </pc:sldLayoutMkLst>
        </pc:sldLayoutChg>
        <pc:sldLayoutChg chg="del">
          <pc:chgData name="Lerato Shakung" userId="f89920b59a2fa8e9" providerId="LiveId" clId="{E44EBBD3-3178-45D1-B69A-318BE9D4861D}" dt="2026-05-30T23:43:41.328" v="293" actId="47"/>
          <pc:sldLayoutMkLst>
            <pc:docMk/>
            <pc:sldMasterMk cId="0" sldId="2147483678"/>
            <pc:sldLayoutMk cId="0" sldId="2147483663"/>
          </pc:sldLayoutMkLst>
        </pc:sldLayoutChg>
        <pc:sldLayoutChg chg="del">
          <pc:chgData name="Lerato Shakung" userId="f89920b59a2fa8e9" providerId="LiveId" clId="{E44EBBD3-3178-45D1-B69A-318BE9D4861D}" dt="2026-05-30T23:43:46.779" v="295" actId="47"/>
          <pc:sldLayoutMkLst>
            <pc:docMk/>
            <pc:sldMasterMk cId="0" sldId="2147483678"/>
            <pc:sldLayoutMk cId="0" sldId="2147483667"/>
          </pc:sldLayoutMkLst>
        </pc:sldLayoutChg>
        <pc:sldLayoutChg chg="del">
          <pc:chgData name="Lerato Shakung" userId="f89920b59a2fa8e9" providerId="LiveId" clId="{E44EBBD3-3178-45D1-B69A-318BE9D4861D}" dt="2026-05-30T23:44:03.206" v="296" actId="47"/>
          <pc:sldLayoutMkLst>
            <pc:docMk/>
            <pc:sldMasterMk cId="0" sldId="2147483678"/>
            <pc:sldLayoutMk cId="0" sldId="2147483668"/>
          </pc:sldLayoutMkLst>
        </pc:sldLayoutChg>
        <pc:sldLayoutChg chg="del">
          <pc:chgData name="Lerato Shakung" userId="f89920b59a2fa8e9" providerId="LiveId" clId="{E44EBBD3-3178-45D1-B69A-318BE9D4861D}" dt="2026-05-30T23:48:40.044" v="369" actId="47"/>
          <pc:sldLayoutMkLst>
            <pc:docMk/>
            <pc:sldMasterMk cId="0" sldId="2147483678"/>
            <pc:sldLayoutMk cId="0" sldId="2147483669"/>
          </pc:sldLayoutMkLst>
        </pc:sldLayoutChg>
        <pc:sldLayoutChg chg="del">
          <pc:chgData name="Lerato Shakung" userId="f89920b59a2fa8e9" providerId="LiveId" clId="{E44EBBD3-3178-45D1-B69A-318BE9D4861D}" dt="2026-05-30T23:06:13.491" v="20" actId="47"/>
          <pc:sldLayoutMkLst>
            <pc:docMk/>
            <pc:sldMasterMk cId="0" sldId="2147483678"/>
            <pc:sldLayoutMk cId="0" sldId="2147483670"/>
          </pc:sldLayoutMkLst>
        </pc:sldLayoutChg>
        <pc:sldLayoutChg chg="del">
          <pc:chgData name="Lerato Shakung" userId="f89920b59a2fa8e9" providerId="LiveId" clId="{E44EBBD3-3178-45D1-B69A-318BE9D4861D}" dt="2026-05-30T23:08:45.710" v="70" actId="47"/>
          <pc:sldLayoutMkLst>
            <pc:docMk/>
            <pc:sldMasterMk cId="0" sldId="2147483678"/>
            <pc:sldLayoutMk cId="1947181427" sldId="2147483680"/>
          </pc:sldLayoutMkLst>
        </pc:sldLayoutChg>
      </pc:sldMasterChg>
      <pc:sldMasterChg chg="del delSldLayout">
        <pc:chgData name="Lerato Shakung" userId="f89920b59a2fa8e9" providerId="LiveId" clId="{E44EBBD3-3178-45D1-B69A-318BE9D4861D}" dt="2026-05-30T23:05:53.216" v="16" actId="47"/>
        <pc:sldMasterMkLst>
          <pc:docMk/>
          <pc:sldMasterMk cId="0" sldId="2147483679"/>
        </pc:sldMasterMkLst>
        <pc:sldLayoutChg chg="del">
          <pc:chgData name="Lerato Shakung" userId="f89920b59a2fa8e9" providerId="LiveId" clId="{E44EBBD3-3178-45D1-B69A-318BE9D4861D}" dt="2026-05-30T23:05:44.914" v="11" actId="47"/>
          <pc:sldLayoutMkLst>
            <pc:docMk/>
            <pc:sldMasterMk cId="0" sldId="2147483679"/>
            <pc:sldLayoutMk cId="0" sldId="2147483676"/>
          </pc:sldLayoutMkLst>
        </pc:sldLayoutChg>
        <pc:sldLayoutChg chg="del">
          <pc:chgData name="Lerato Shakung" userId="f89920b59a2fa8e9" providerId="LiveId" clId="{E44EBBD3-3178-45D1-B69A-318BE9D4861D}" dt="2026-05-30T23:05:53.216" v="16" actId="47"/>
          <pc:sldLayoutMkLst>
            <pc:docMk/>
            <pc:sldMasterMk cId="0" sldId="2147483679"/>
            <pc:sldLayoutMk cId="0" sldId="214748367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89920b59a2fa8e9/Documents/Bright%20Motors%20Case%20study/Final_BrightMotors_dataset_for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d.docs.live.net/f89920b59a2fa8e9/Documents/Bright%20Motors%20Case%20study/Final_BrightMotors_dataset_for_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89920b59a2fa8e9/Documents/Bright%20Motors%20Case%20study/Final_BrightMotors_dataset_for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https://d.docs.live.net/f89920b59a2fa8e9/Documents/Bright%20Motors%20Case%20study/Final_BrightMotors_dataset_for_analysi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https://d.docs.live.net/f89920b59a2fa8e9/Documents/Bright%20Motors%20Case%20study/Final_BrightMotors_dataset_for_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[Final_BrightMotors_dataset_for_analysis.xlsx]Sheet1!PivotTable1</c:name>
    <c:fmtId val="23"/>
  </c:pivotSource>
  <c:chart>
    <c:autoTitleDeleted val="1"/>
    <c:pivotFmts>
      <c:pivotFmt>
        <c:idx val="0"/>
        <c:spPr>
          <a:solidFill>
            <a:srgbClr val="FFCC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CC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CC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Sheet1!$B$3:$B$4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C00"/>
            </a:solidFill>
            <a:ln>
              <a:noFill/>
            </a:ln>
            <a:effectLst/>
          </c:spPr>
          <c:invertIfNegative val="0"/>
          <c:cat>
            <c:strRef>
              <c:f>Sheet1!$A$5:$A$11</c:f>
              <c:strCache>
                <c:ptCount val="6"/>
                <c:pt idx="0">
                  <c:v>Convertible</c:v>
                </c:pt>
                <c:pt idx="1">
                  <c:v>Other</c:v>
                </c:pt>
                <c:pt idx="2">
                  <c:v>Sedan/Coupe</c:v>
                </c:pt>
                <c:pt idx="3">
                  <c:v>SUV/Wagon</c:v>
                </c:pt>
                <c:pt idx="4">
                  <c:v>Truck</c:v>
                </c:pt>
                <c:pt idx="5">
                  <c:v>Van</c:v>
                </c:pt>
              </c:strCache>
            </c:strRef>
          </c:cat>
          <c:val>
            <c:numRef>
              <c:f>Sheet1!$B$5:$B$11</c:f>
              <c:numCache>
                <c:formatCode>_-[$$-409]* #\ ##0_ ;_-[$$-409]* \-#\ ##0\ ;_-[$$-409]* "-"??_ ;_-@_ </c:formatCode>
                <c:ptCount val="6"/>
                <c:pt idx="0">
                  <c:v>148327779</c:v>
                </c:pt>
                <c:pt idx="1">
                  <c:v>2429161197</c:v>
                </c:pt>
                <c:pt idx="2">
                  <c:v>2534739832</c:v>
                </c:pt>
                <c:pt idx="3">
                  <c:v>2034321749</c:v>
                </c:pt>
                <c:pt idx="4">
                  <c:v>162187857</c:v>
                </c:pt>
                <c:pt idx="5">
                  <c:v>297273873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A5-480D-9B1D-940169E210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6298224"/>
        <c:axId val="368002512"/>
      </c:barChart>
      <c:catAx>
        <c:axId val="24629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002512"/>
        <c:crosses val="autoZero"/>
        <c:auto val="0"/>
        <c:lblAlgn val="ctr"/>
        <c:lblOffset val="100"/>
        <c:noMultiLvlLbl val="0"/>
      </c:catAx>
      <c:valAx>
        <c:axId val="36800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629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6">
          <a:lumMod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[Final_BrightMotors_dataset_for_analysis.xlsx]Sheet1!PivotTable2</c:name>
    <c:fmtId val="9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c:spPr>
      </c:pivotFmt>
    </c:pivotFmts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Sheet1!$B$69:$B$70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C2E0-4000-8171-C1D980ED66F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C2E0-4000-8171-C1D980ED66F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C2E0-4000-8171-C1D980ED66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Sheet1!$A$71:$A$74</c:f>
              <c:strCache>
                <c:ptCount val="3"/>
                <c:pt idx="0">
                  <c:v>automatic</c:v>
                </c:pt>
                <c:pt idx="1">
                  <c:v>manual</c:v>
                </c:pt>
                <c:pt idx="2">
                  <c:v>null</c:v>
                </c:pt>
              </c:strCache>
            </c:strRef>
          </c:cat>
          <c:val>
            <c:numRef>
              <c:f>Sheet1!$B$71:$B$74</c:f>
              <c:numCache>
                <c:formatCode>0</c:formatCode>
                <c:ptCount val="3"/>
                <c:pt idx="0">
                  <c:v>475904</c:v>
                </c:pt>
                <c:pt idx="1">
                  <c:v>17544</c:v>
                </c:pt>
                <c:pt idx="2">
                  <c:v>65351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2E0-4000-8171-C1D980ED66F2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[Final_BrightMotors_dataset_for_analysis.xlsx]Sheet1!PivotTable7</c:name>
    <c:fmtId val="38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Sheet1!$B$16:$B$17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bg2"/>
              </a:solidFill>
              <a:round/>
            </a:ln>
            <a:effectLst/>
          </c:spPr>
          <c:marker>
            <c:symbol val="none"/>
          </c:marker>
          <c:cat>
            <c:strRef>
              <c:f>Sheet1!$A$18:$A$26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Dec</c:v>
                </c:pt>
              </c:strCache>
            </c:strRef>
          </c:cat>
          <c:val>
            <c:numRef>
              <c:f>Sheet1!$B$18:$B$26</c:f>
              <c:numCache>
                <c:formatCode>_-[$$-409]* #\ ##0_ ;_-[$$-409]* \-#\ ##0\ ;_-[$$-409]* "-"??_ ;_-@_ </c:formatCode>
                <c:ptCount val="8"/>
                <c:pt idx="0">
                  <c:v>1871680792</c:v>
                </c:pt>
                <c:pt idx="1">
                  <c:v>2218862827</c:v>
                </c:pt>
                <c:pt idx="2">
                  <c:v>622105273</c:v>
                </c:pt>
                <c:pt idx="3">
                  <c:v>14799755</c:v>
                </c:pt>
                <c:pt idx="4">
                  <c:v>752178456</c:v>
                </c:pt>
                <c:pt idx="5">
                  <c:v>1499881215</c:v>
                </c:pt>
                <c:pt idx="6">
                  <c:v>22069764</c:v>
                </c:pt>
                <c:pt idx="7">
                  <c:v>604434205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9A-45AD-98E2-19B94EF2A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8425184"/>
        <c:axId val="368961936"/>
      </c:lineChart>
      <c:catAx>
        <c:axId val="248425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8961936"/>
        <c:crosses val="autoZero"/>
        <c:auto val="1"/>
        <c:lblAlgn val="ctr"/>
        <c:lblOffset val="100"/>
        <c:noMultiLvlLbl val="0"/>
      </c:catAx>
      <c:valAx>
        <c:axId val="368961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\ ##0_ ;_-[$$-409]* \-#\ ##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842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[Final_BrightMotors_dataset_for_analysis.xlsx]Sheet1!PivotTable8</c:name>
    <c:fmtId val="4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Sheet1!$B$33:$B$34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E95-40A9-B341-746F20E2532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E95-40A9-B341-746F20E2532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E95-40A9-B341-746F20E2532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6E95-40A9-B341-746F20E2532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6E95-40A9-B341-746F20E2532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6E95-40A9-B341-746F20E25324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Sheet1!$A$35:$A$40</c:f>
              <c:strCache>
                <c:ptCount val="5"/>
                <c:pt idx="0">
                  <c:v>Midwest</c:v>
                </c:pt>
                <c:pt idx="1">
                  <c:v>Northeast</c:v>
                </c:pt>
                <c:pt idx="2">
                  <c:v>Other</c:v>
                </c:pt>
                <c:pt idx="3">
                  <c:v>Southwest</c:v>
                </c:pt>
                <c:pt idx="4">
                  <c:v>West Coast</c:v>
                </c:pt>
              </c:strCache>
            </c:strRef>
          </c:cat>
          <c:val>
            <c:numRef>
              <c:f>Sheet1!$B$35:$B$40</c:f>
              <c:numCache>
                <c:formatCode>_-[$$-409]* #\ ##0_ ;_-[$$-409]* \-#\ ##0\ ;_-[$$-409]* "-"??_ ;_-@_ </c:formatCode>
                <c:ptCount val="5"/>
                <c:pt idx="0">
                  <c:v>1073306579</c:v>
                </c:pt>
                <c:pt idx="1">
                  <c:v>1349437658</c:v>
                </c:pt>
                <c:pt idx="2">
                  <c:v>3081873282</c:v>
                </c:pt>
                <c:pt idx="3">
                  <c:v>631122224</c:v>
                </c:pt>
                <c:pt idx="4">
                  <c:v>1470272544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53F-496A-8414-E9C5DD7FF266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>
        <a:lumMod val="50000"/>
      </a:srgbClr>
    </a:solidFill>
    <a:ln w="9525" cap="flat" cmpd="sng" algn="ctr">
      <a:solidFill>
        <a:srgbClr val="FFFFFF">
          <a:lumMod val="50000"/>
        </a:srgb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[Final_BrightMotors_dataset_for_analysis.xlsx]Sheet1!PivotTable9</c:name>
    <c:fmtId val="59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Sheet1!$B$50:$B$51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A39-4BA2-8B78-069937F3967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A39-4BA2-8B78-069937F3967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A39-4BA2-8B78-069937F3967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A39-4BA2-8B78-069937F3967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BA39-4BA2-8B78-069937F396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Sheet1!$A$52:$A$57</c:f>
              <c:strCache>
                <c:ptCount val="5"/>
                <c:pt idx="0">
                  <c:v>1.Luxury</c:v>
                </c:pt>
                <c:pt idx="1">
                  <c:v>2.Premium</c:v>
                </c:pt>
                <c:pt idx="2">
                  <c:v>3.Mid-Range</c:v>
                </c:pt>
                <c:pt idx="3">
                  <c:v>4.Budget</c:v>
                </c:pt>
                <c:pt idx="4">
                  <c:v>5.Under Value</c:v>
                </c:pt>
              </c:strCache>
            </c:strRef>
          </c:cat>
          <c:val>
            <c:numRef>
              <c:f>Sheet1!$B$52:$B$57</c:f>
              <c:numCache>
                <c:formatCode>_-[$$-409]* #\ ##0_ ;_-[$$-409]* \-#\ ##0\ ;_-[$$-409]* "-"??_ ;_-@_ </c:formatCode>
                <c:ptCount val="5"/>
                <c:pt idx="0">
                  <c:v>230062494</c:v>
                </c:pt>
                <c:pt idx="1">
                  <c:v>980976656</c:v>
                </c:pt>
                <c:pt idx="2">
                  <c:v>3526160843</c:v>
                </c:pt>
                <c:pt idx="3">
                  <c:v>2607596737</c:v>
                </c:pt>
                <c:pt idx="4">
                  <c:v>261215557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D34-4E0A-B5EC-06479912E694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FFFFFF">
          <a:lumMod val="65000"/>
        </a:srgbClr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b6b10eb7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b6b10eb7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b682ea6bda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b682ea6bda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b6b10eb79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b6b10eb79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b7bb555bee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b7bb555bee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>
          <a:extLst>
            <a:ext uri="{FF2B5EF4-FFF2-40B4-BE49-F238E27FC236}">
              <a16:creationId xmlns:a16="http://schemas.microsoft.com/office/drawing/2014/main" id="{0FAAECDE-EE39-AB70-3EC7-2F43B983A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b7bb555bee_0_426:notes">
            <a:extLst>
              <a:ext uri="{FF2B5EF4-FFF2-40B4-BE49-F238E27FC236}">
                <a16:creationId xmlns:a16="http://schemas.microsoft.com/office/drawing/2014/main" id="{96CA8DE9-5E9F-C4D3-E1BA-11DC449B7D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b7bb555bee_0_426:notes">
            <a:extLst>
              <a:ext uri="{FF2B5EF4-FFF2-40B4-BE49-F238E27FC236}">
                <a16:creationId xmlns:a16="http://schemas.microsoft.com/office/drawing/2014/main" id="{0FA45D3B-B28C-D6D7-A57B-2FB498A04A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The business appears to have a volume-driven strategy, with lower-priced vehicles generating most sales while luxury vehicles serve a niche market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3519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>
          <a:extLst>
            <a:ext uri="{FF2B5EF4-FFF2-40B4-BE49-F238E27FC236}">
              <a16:creationId xmlns:a16="http://schemas.microsoft.com/office/drawing/2014/main" id="{CF9A1F05-EDA1-50FE-06C7-94689DE6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b7bb555bee_0_426:notes">
            <a:extLst>
              <a:ext uri="{FF2B5EF4-FFF2-40B4-BE49-F238E27FC236}">
                <a16:creationId xmlns:a16="http://schemas.microsoft.com/office/drawing/2014/main" id="{D1FCC7BC-BF61-6D9A-D72A-7E786490C9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b7bb555bee_0_426:notes">
            <a:extLst>
              <a:ext uri="{FF2B5EF4-FFF2-40B4-BE49-F238E27FC236}">
                <a16:creationId xmlns:a16="http://schemas.microsoft.com/office/drawing/2014/main" id="{69019810-DB2E-9676-27F1-92F529188B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7987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>
          <a:extLst>
            <a:ext uri="{FF2B5EF4-FFF2-40B4-BE49-F238E27FC236}">
              <a16:creationId xmlns:a16="http://schemas.microsoft.com/office/drawing/2014/main" id="{D249B296-2368-7CC6-B86C-15AAA8FD9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b7bb555bee_0_426:notes">
            <a:extLst>
              <a:ext uri="{FF2B5EF4-FFF2-40B4-BE49-F238E27FC236}">
                <a16:creationId xmlns:a16="http://schemas.microsoft.com/office/drawing/2014/main" id="{A477275F-FB62-37FA-C477-9CB79C772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b7bb555bee_0_426:notes">
            <a:extLst>
              <a:ext uri="{FF2B5EF4-FFF2-40B4-BE49-F238E27FC236}">
                <a16:creationId xmlns:a16="http://schemas.microsoft.com/office/drawing/2014/main" id="{7F1C00FB-AE56-B236-C2F1-B688F4DF0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282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>
          <a:extLst>
            <a:ext uri="{FF2B5EF4-FFF2-40B4-BE49-F238E27FC236}">
              <a16:creationId xmlns:a16="http://schemas.microsoft.com/office/drawing/2014/main" id="{96986900-0F78-4D65-01DF-BFAD69A0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b7bb555bee_0_426:notes">
            <a:extLst>
              <a:ext uri="{FF2B5EF4-FFF2-40B4-BE49-F238E27FC236}">
                <a16:creationId xmlns:a16="http://schemas.microsoft.com/office/drawing/2014/main" id="{F88B901B-6A3B-F1A9-3164-716D3FD55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b7bb555bee_0_426:notes">
            <a:extLst>
              <a:ext uri="{FF2B5EF4-FFF2-40B4-BE49-F238E27FC236}">
                <a16:creationId xmlns:a16="http://schemas.microsoft.com/office/drawing/2014/main" id="{9E924BE9-B687-6C6A-5516-95679ECA3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The business appears to have a volume-driven strategy, with lower-priced vehicles generating most sales while luxury vehicles serve a niche market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7812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b7bb555bee_0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b7bb555bee_0_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Vehicle value declines sharply as mileage increases, with average selling prices, the drop from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$20,881 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for low-mileage vehicles to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 $7,534 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for high-mileage vehicles</a:t>
            </a:r>
            <a:r>
              <a:rPr lang="en-ZA" sz="1100" dirty="0"/>
              <a:t>.</a:t>
            </a: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b7bb555bee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b7bb555bee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2b7bb555bee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2b7bb555bee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>
          <a:extLst>
            <a:ext uri="{FF2B5EF4-FFF2-40B4-BE49-F238E27FC236}">
              <a16:creationId xmlns:a16="http://schemas.microsoft.com/office/drawing/2014/main" id="{9AA93250-971F-B079-AB3B-9D5DBCBF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b7bb555bee_0_384:notes">
            <a:extLst>
              <a:ext uri="{FF2B5EF4-FFF2-40B4-BE49-F238E27FC236}">
                <a16:creationId xmlns:a16="http://schemas.microsoft.com/office/drawing/2014/main" id="{16B30D69-BFB3-9814-3591-8C9282DDD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b7bb555bee_0_384:notes">
            <a:extLst>
              <a:ext uri="{FF2B5EF4-FFF2-40B4-BE49-F238E27FC236}">
                <a16:creationId xmlns:a16="http://schemas.microsoft.com/office/drawing/2014/main" id="{C6900756-C28A-332F-0F3D-BDC66E347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251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>
          <a:extLst>
            <a:ext uri="{FF2B5EF4-FFF2-40B4-BE49-F238E27FC236}">
              <a16:creationId xmlns:a16="http://schemas.microsoft.com/office/drawing/2014/main" id="{BED2AD5E-1749-982D-51B9-610DE27F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b7bb555bee_0_384:notes">
            <a:extLst>
              <a:ext uri="{FF2B5EF4-FFF2-40B4-BE49-F238E27FC236}">
                <a16:creationId xmlns:a16="http://schemas.microsoft.com/office/drawing/2014/main" id="{9AF1991A-12CA-CD56-1182-52462A1D59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b7bb555bee_0_384:notes">
            <a:extLst>
              <a:ext uri="{FF2B5EF4-FFF2-40B4-BE49-F238E27FC236}">
                <a16:creationId xmlns:a16="http://schemas.microsoft.com/office/drawing/2014/main" id="{EE001F70-6279-7679-501D-195CF243EC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8404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b7bb555bee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b7bb555bee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b7bb555bee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b7bb555bee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://bit.ly/2TtBDfr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yoMs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722092" y="-1321125"/>
            <a:ext cx="12010140" cy="7684200"/>
            <a:chOff x="-1722092" y="-1321125"/>
            <a:chExt cx="12010140" cy="7684200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7150" y="2742825"/>
              <a:ext cx="9450898" cy="362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312202" y="-13211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722092" y="1372925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409025" y="600900"/>
            <a:ext cx="4570800" cy="28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716025" y="3457100"/>
            <a:ext cx="397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294260" y="99838"/>
            <a:ext cx="8775647" cy="4914907"/>
            <a:chOff x="294260" y="99838"/>
            <a:chExt cx="8775647" cy="4914907"/>
          </a:xfrm>
        </p:grpSpPr>
        <p:grpSp>
          <p:nvGrpSpPr>
            <p:cNvPr id="16" name="Google Shape;16;p2"/>
            <p:cNvGrpSpPr/>
            <p:nvPr/>
          </p:nvGrpSpPr>
          <p:grpSpPr>
            <a:xfrm rot="-6300201">
              <a:off x="7665627" y="221646"/>
              <a:ext cx="1082824" cy="1082536"/>
              <a:chOff x="5604480" y="3862800"/>
              <a:chExt cx="1352880" cy="135252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2617" h="2592" extrusionOk="0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7" extrusionOk="0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643" extrusionOk="0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4" extrusionOk="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09" extrusionOk="0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340" extrusionOk="0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29" extrusionOk="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425" rIns="90000" bIns="1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7519397" y="3170456"/>
              <a:ext cx="1550510" cy="1844289"/>
              <a:chOff x="5964933" y="1271550"/>
              <a:chExt cx="3226867" cy="3838270"/>
            </a:xfrm>
          </p:grpSpPr>
          <p:grpSp>
            <p:nvGrpSpPr>
              <p:cNvPr id="25" name="Google Shape;25;p2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26" name="Google Shape;26;p2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1050" extrusionOk="0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" h="676" extrusionOk="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92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" h="392" extrusionOk="0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2128" extrusionOk="0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2128" extrusionOk="0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570" extrusionOk="0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2142" extrusionOk="0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2141" extrusionOk="0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" name="Google Shape;39;p2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 rot="4499799">
              <a:off x="427465" y="3795706"/>
              <a:ext cx="1082824" cy="1082536"/>
              <a:chOff x="5604480" y="3862800"/>
              <a:chExt cx="1352880" cy="1352520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2617" h="2592" extrusionOk="0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7" extrusionOk="0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643" extrusionOk="0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4" extrusionOk="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09" extrusionOk="0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340" extrusionOk="0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29" extrusionOk="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425" rIns="90000" bIns="1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"/>
            <p:cNvGrpSpPr/>
            <p:nvPr/>
          </p:nvGrpSpPr>
          <p:grpSpPr>
            <a:xfrm flipH="1">
              <a:off x="294260" y="121481"/>
              <a:ext cx="1550510" cy="1844289"/>
              <a:chOff x="5964933" y="1271550"/>
              <a:chExt cx="3226867" cy="3838270"/>
            </a:xfrm>
          </p:grpSpPr>
          <p:grpSp>
            <p:nvGrpSpPr>
              <p:cNvPr id="74" name="Google Shape;74;p2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75" name="Google Shape;75;p2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1050" extrusionOk="0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" h="676" extrusionOk="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" name="Google Shape;81;p2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92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" h="392" extrusionOk="0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2128" extrusionOk="0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2128" extrusionOk="0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570" extrusionOk="0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2142" extrusionOk="0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2141" extrusionOk="0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8" name="Google Shape;88;p2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-236002" y="-1778325"/>
            <a:ext cx="11057449" cy="8446200"/>
            <a:chOff x="-236002" y="-1778325"/>
            <a:chExt cx="11057449" cy="8446200"/>
          </a:xfrm>
        </p:grpSpPr>
        <p:pic>
          <p:nvPicPr>
            <p:cNvPr id="116" name="Google Shape;116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3294" y="-17783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236002" y="3047625"/>
              <a:ext cx="9450898" cy="3620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" name="Google Shape;118;p3"/>
          <p:cNvGrpSpPr/>
          <p:nvPr/>
        </p:nvGrpSpPr>
        <p:grpSpPr>
          <a:xfrm rot="5400000">
            <a:off x="8228452" y="1435562"/>
            <a:ext cx="469800" cy="65160"/>
            <a:chOff x="9146520" y="317880"/>
            <a:chExt cx="469800" cy="65160"/>
          </a:xfrm>
        </p:grpSpPr>
        <p:sp>
          <p:nvSpPr>
            <p:cNvPr id="119" name="Google Shape;119;p3"/>
            <p:cNvSpPr/>
            <p:nvPr/>
          </p:nvSpPr>
          <p:spPr>
            <a:xfrm>
              <a:off x="914652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1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1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934884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955116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5058775" y="2831700"/>
            <a:ext cx="3372000" cy="14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title" idx="2" hasCustomPrompt="1"/>
          </p:nvPr>
        </p:nvSpPr>
        <p:spPr>
          <a:xfrm>
            <a:off x="6956275" y="883500"/>
            <a:ext cx="1474500" cy="1093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3"/>
          <p:cNvSpPr>
            <a:spLocks noGrp="1"/>
          </p:cNvSpPr>
          <p:nvPr>
            <p:ph type="pic" idx="3"/>
          </p:nvPr>
        </p:nvSpPr>
        <p:spPr>
          <a:xfrm>
            <a:off x="0" y="0"/>
            <a:ext cx="41247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4"/>
          <p:cNvGrpSpPr/>
          <p:nvPr/>
        </p:nvGrpSpPr>
        <p:grpSpPr>
          <a:xfrm>
            <a:off x="2188782" y="-2920335"/>
            <a:ext cx="10710622" cy="11362112"/>
            <a:chOff x="2188782" y="-2920335"/>
            <a:chExt cx="10710622" cy="11362112"/>
          </a:xfrm>
        </p:grpSpPr>
        <p:pic>
          <p:nvPicPr>
            <p:cNvPr id="127" name="Google Shape;127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9900000" flipH="1">
              <a:off x="3141025" y="-1758976"/>
              <a:ext cx="9450900" cy="362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9899999">
              <a:off x="2514773" y="3370148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" name="Google Shape;129;p4"/>
          <p:cNvGrpSpPr/>
          <p:nvPr/>
        </p:nvGrpSpPr>
        <p:grpSpPr>
          <a:xfrm rot="-5400000">
            <a:off x="445742" y="2449859"/>
            <a:ext cx="469800" cy="65160"/>
            <a:chOff x="9146520" y="317880"/>
            <a:chExt cx="469800" cy="65160"/>
          </a:xfrm>
        </p:grpSpPr>
        <p:sp>
          <p:nvSpPr>
            <p:cNvPr id="130" name="Google Shape;130;p4"/>
            <p:cNvSpPr/>
            <p:nvPr/>
          </p:nvSpPr>
          <p:spPr>
            <a:xfrm>
              <a:off x="914652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1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1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934884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955116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4"/>
          <p:cNvSpPr txBox="1">
            <a:spLocks noGrp="1"/>
          </p:cNvSpPr>
          <p:nvPr>
            <p:ph type="subTitle" idx="1"/>
          </p:nvPr>
        </p:nvSpPr>
        <p:spPr>
          <a:xfrm>
            <a:off x="3483550" y="2162163"/>
            <a:ext cx="4940100" cy="17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title"/>
          </p:nvPr>
        </p:nvSpPr>
        <p:spPr>
          <a:xfrm>
            <a:off x="3483475" y="1240438"/>
            <a:ext cx="4940100" cy="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6377025" y="-151850"/>
            <a:ext cx="3571551" cy="544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6"/>
          <p:cNvGrpSpPr/>
          <p:nvPr/>
        </p:nvGrpSpPr>
        <p:grpSpPr>
          <a:xfrm>
            <a:off x="7550280" y="205025"/>
            <a:ext cx="989720" cy="984365"/>
            <a:chOff x="7550280" y="205025"/>
            <a:chExt cx="989720" cy="984365"/>
          </a:xfrm>
        </p:grpSpPr>
        <p:grpSp>
          <p:nvGrpSpPr>
            <p:cNvPr id="194" name="Google Shape;194;p6"/>
            <p:cNvGrpSpPr/>
            <p:nvPr/>
          </p:nvGrpSpPr>
          <p:grpSpPr>
            <a:xfrm>
              <a:off x="7550280" y="241510"/>
              <a:ext cx="948240" cy="947880"/>
              <a:chOff x="3374280" y="221760"/>
              <a:chExt cx="948240" cy="94788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3448440" y="295560"/>
                <a:ext cx="500760" cy="520200"/>
              </a:xfrm>
              <a:custGeom>
                <a:avLst/>
                <a:gdLst/>
                <a:ahLst/>
                <a:cxnLst/>
                <a:rect l="l" t="t" r="r" b="b"/>
                <a:pathLst>
                  <a:path w="1391" h="1445" extrusionOk="0">
                    <a:moveTo>
                      <a:pt x="330" y="1445"/>
                    </a:moveTo>
                    <a:cubicBezTo>
                      <a:pt x="315" y="1446"/>
                      <a:pt x="300" y="1440"/>
                      <a:pt x="288" y="1428"/>
                    </a:cubicBezTo>
                    <a:lnTo>
                      <a:pt x="17" y="1162"/>
                    </a:lnTo>
                    <a:cubicBezTo>
                      <a:pt x="6" y="1151"/>
                      <a:pt x="0" y="1136"/>
                      <a:pt x="0" y="1121"/>
                    </a:cubicBezTo>
                    <a:cubicBezTo>
                      <a:pt x="0" y="1105"/>
                      <a:pt x="6" y="1090"/>
                      <a:pt x="16" y="1079"/>
                    </a:cubicBezTo>
                    <a:lnTo>
                      <a:pt x="1060" y="18"/>
                    </a:lnTo>
                    <a:cubicBezTo>
                      <a:pt x="1083" y="-6"/>
                      <a:pt x="1120" y="-6"/>
                      <a:pt x="1143" y="17"/>
                    </a:cubicBezTo>
                    <a:lnTo>
                      <a:pt x="1373" y="243"/>
                    </a:lnTo>
                    <a:cubicBezTo>
                      <a:pt x="1397" y="266"/>
                      <a:pt x="1397" y="303"/>
                      <a:pt x="1374" y="326"/>
                    </a:cubicBezTo>
                    <a:cubicBezTo>
                      <a:pt x="1351" y="350"/>
                      <a:pt x="1314" y="350"/>
                      <a:pt x="1291" y="327"/>
                    </a:cubicBezTo>
                    <a:lnTo>
                      <a:pt x="1103" y="142"/>
                    </a:lnTo>
                    <a:lnTo>
                      <a:pt x="142" y="1120"/>
                    </a:lnTo>
                    <a:lnTo>
                      <a:pt x="370" y="1345"/>
                    </a:lnTo>
                    <a:cubicBezTo>
                      <a:pt x="394" y="1367"/>
                      <a:pt x="394" y="1405"/>
                      <a:pt x="371" y="1428"/>
                    </a:cubicBezTo>
                    <a:cubicBezTo>
                      <a:pt x="360" y="1439"/>
                      <a:pt x="345" y="1445"/>
                      <a:pt x="330" y="144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6"/>
              <p:cNvSpPr/>
              <p:nvPr/>
            </p:nvSpPr>
            <p:spPr>
              <a:xfrm>
                <a:off x="3374280" y="221760"/>
                <a:ext cx="948240" cy="947880"/>
              </a:xfrm>
              <a:custGeom>
                <a:avLst/>
                <a:gdLst/>
                <a:ahLst/>
                <a:cxnLst/>
                <a:rect l="l" t="t" r="r" b="b"/>
                <a:pathLst>
                  <a:path w="2634" h="2633" extrusionOk="0">
                    <a:moveTo>
                      <a:pt x="56" y="1327"/>
                    </a:moveTo>
                    <a:lnTo>
                      <a:pt x="1328" y="2577"/>
                    </a:lnTo>
                    <a:lnTo>
                      <a:pt x="2578" y="1305"/>
                    </a:lnTo>
                    <a:lnTo>
                      <a:pt x="1306" y="55"/>
                    </a:lnTo>
                    <a:lnTo>
                      <a:pt x="56" y="1327"/>
                    </a:lnTo>
                    <a:moveTo>
                      <a:pt x="1328" y="2633"/>
                    </a:moveTo>
                    <a:cubicBezTo>
                      <a:pt x="1322" y="2633"/>
                      <a:pt x="1316" y="2630"/>
                      <a:pt x="1312" y="2626"/>
                    </a:cubicBezTo>
                    <a:lnTo>
                      <a:pt x="7" y="1344"/>
                    </a:lnTo>
                    <a:cubicBezTo>
                      <a:pt x="3" y="1339"/>
                      <a:pt x="0" y="1334"/>
                      <a:pt x="0" y="1328"/>
                    </a:cubicBezTo>
                    <a:cubicBezTo>
                      <a:pt x="0" y="1321"/>
                      <a:pt x="2" y="1316"/>
                      <a:pt x="7" y="1311"/>
                    </a:cubicBezTo>
                    <a:lnTo>
                      <a:pt x="1289" y="6"/>
                    </a:lnTo>
                    <a:cubicBezTo>
                      <a:pt x="1298" y="-2"/>
                      <a:pt x="1313" y="-3"/>
                      <a:pt x="1322" y="6"/>
                    </a:cubicBezTo>
                    <a:lnTo>
                      <a:pt x="2627" y="1288"/>
                    </a:lnTo>
                    <a:cubicBezTo>
                      <a:pt x="2631" y="1293"/>
                      <a:pt x="2634" y="1299"/>
                      <a:pt x="2634" y="1305"/>
                    </a:cubicBezTo>
                    <a:cubicBezTo>
                      <a:pt x="2634" y="1311"/>
                      <a:pt x="2631" y="1317"/>
                      <a:pt x="2627" y="1321"/>
                    </a:cubicBezTo>
                    <a:lnTo>
                      <a:pt x="1345" y="2626"/>
                    </a:lnTo>
                    <a:cubicBezTo>
                      <a:pt x="1340" y="2630"/>
                      <a:pt x="1334" y="2632"/>
                      <a:pt x="1328" y="263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3615120" y="462240"/>
                <a:ext cx="466560" cy="466560"/>
              </a:xfrm>
              <a:custGeom>
                <a:avLst/>
                <a:gdLst/>
                <a:ahLst/>
                <a:cxnLst/>
                <a:rect l="l" t="t" r="r" b="b"/>
                <a:pathLst>
                  <a:path w="1296" h="1296" extrusionOk="0">
                    <a:moveTo>
                      <a:pt x="11" y="653"/>
                    </a:moveTo>
                    <a:lnTo>
                      <a:pt x="653" y="1285"/>
                    </a:lnTo>
                    <a:lnTo>
                      <a:pt x="1285" y="642"/>
                    </a:lnTo>
                    <a:lnTo>
                      <a:pt x="642" y="11"/>
                    </a:lnTo>
                    <a:lnTo>
                      <a:pt x="11" y="653"/>
                    </a:lnTo>
                    <a:moveTo>
                      <a:pt x="653" y="1296"/>
                    </a:moveTo>
                    <a:cubicBezTo>
                      <a:pt x="652" y="1296"/>
                      <a:pt x="651" y="1296"/>
                      <a:pt x="650" y="1295"/>
                    </a:cubicBezTo>
                    <a:lnTo>
                      <a:pt x="1" y="657"/>
                    </a:lnTo>
                    <a:cubicBezTo>
                      <a:pt x="1" y="656"/>
                      <a:pt x="0" y="655"/>
                      <a:pt x="0" y="654"/>
                    </a:cubicBezTo>
                    <a:cubicBezTo>
                      <a:pt x="0" y="653"/>
                      <a:pt x="1" y="651"/>
                      <a:pt x="1" y="651"/>
                    </a:cubicBezTo>
                    <a:lnTo>
                      <a:pt x="639" y="1"/>
                    </a:lnTo>
                    <a:cubicBezTo>
                      <a:pt x="641" y="0"/>
                      <a:pt x="644" y="0"/>
                      <a:pt x="645" y="1"/>
                    </a:cubicBezTo>
                    <a:lnTo>
                      <a:pt x="1294" y="639"/>
                    </a:lnTo>
                    <a:cubicBezTo>
                      <a:pt x="1295" y="640"/>
                      <a:pt x="1296" y="641"/>
                      <a:pt x="1296" y="642"/>
                    </a:cubicBezTo>
                    <a:cubicBezTo>
                      <a:pt x="1296" y="644"/>
                      <a:pt x="1295" y="645"/>
                      <a:pt x="1294" y="646"/>
                    </a:cubicBezTo>
                    <a:lnTo>
                      <a:pt x="657" y="1294"/>
                    </a:lnTo>
                    <a:cubicBezTo>
                      <a:pt x="656" y="1296"/>
                      <a:pt x="655" y="1296"/>
                      <a:pt x="653" y="12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6"/>
              <p:cNvSpPr/>
              <p:nvPr/>
            </p:nvSpPr>
            <p:spPr>
              <a:xfrm>
                <a:off x="3639240" y="483480"/>
                <a:ext cx="609120" cy="6120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700" extrusionOk="0">
                    <a:moveTo>
                      <a:pt x="591" y="1700"/>
                    </a:moveTo>
                    <a:cubicBezTo>
                      <a:pt x="575" y="1701"/>
                      <a:pt x="560" y="1695"/>
                      <a:pt x="549" y="1683"/>
                    </a:cubicBezTo>
                    <a:lnTo>
                      <a:pt x="18" y="1162"/>
                    </a:lnTo>
                    <a:cubicBezTo>
                      <a:pt x="-5" y="1139"/>
                      <a:pt x="-5" y="1102"/>
                      <a:pt x="17" y="1078"/>
                    </a:cubicBezTo>
                    <a:cubicBezTo>
                      <a:pt x="40" y="1056"/>
                      <a:pt x="78" y="1055"/>
                      <a:pt x="100" y="1078"/>
                    </a:cubicBezTo>
                    <a:lnTo>
                      <a:pt x="589" y="1558"/>
                    </a:lnTo>
                    <a:lnTo>
                      <a:pt x="1550" y="581"/>
                    </a:lnTo>
                    <a:lnTo>
                      <a:pt x="1061" y="100"/>
                    </a:lnTo>
                    <a:cubicBezTo>
                      <a:pt x="1038" y="77"/>
                      <a:pt x="1038" y="40"/>
                      <a:pt x="1061" y="17"/>
                    </a:cubicBezTo>
                    <a:cubicBezTo>
                      <a:pt x="1083" y="-6"/>
                      <a:pt x="1121" y="-6"/>
                      <a:pt x="1144" y="16"/>
                    </a:cubicBezTo>
                    <a:lnTo>
                      <a:pt x="1675" y="538"/>
                    </a:lnTo>
                    <a:cubicBezTo>
                      <a:pt x="1698" y="561"/>
                      <a:pt x="1698" y="598"/>
                      <a:pt x="1675" y="621"/>
                    </a:cubicBezTo>
                    <a:lnTo>
                      <a:pt x="632" y="1683"/>
                    </a:lnTo>
                    <a:cubicBezTo>
                      <a:pt x="621" y="1694"/>
                      <a:pt x="606" y="1700"/>
                      <a:pt x="591" y="17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3488605" y="718043"/>
                <a:ext cx="319680" cy="314640"/>
              </a:xfrm>
              <a:custGeom>
                <a:avLst/>
                <a:gdLst/>
                <a:ahLst/>
                <a:cxnLst/>
                <a:rect l="l" t="t" r="r" b="b"/>
                <a:pathLst>
                  <a:path w="888" h="874" extrusionOk="0">
                    <a:moveTo>
                      <a:pt x="829" y="874"/>
                    </a:moveTo>
                    <a:cubicBezTo>
                      <a:pt x="814" y="874"/>
                      <a:pt x="800" y="868"/>
                      <a:pt x="788" y="857"/>
                    </a:cubicBezTo>
                    <a:lnTo>
                      <a:pt x="18" y="100"/>
                    </a:lnTo>
                    <a:cubicBezTo>
                      <a:pt x="-5" y="78"/>
                      <a:pt x="-6" y="40"/>
                      <a:pt x="17" y="17"/>
                    </a:cubicBezTo>
                    <a:cubicBezTo>
                      <a:pt x="40" y="-6"/>
                      <a:pt x="77" y="-6"/>
                      <a:pt x="100" y="17"/>
                    </a:cubicBezTo>
                    <a:lnTo>
                      <a:pt x="870" y="773"/>
                    </a:lnTo>
                    <a:cubicBezTo>
                      <a:pt x="894" y="796"/>
                      <a:pt x="894" y="833"/>
                      <a:pt x="871" y="857"/>
                    </a:cubicBezTo>
                    <a:cubicBezTo>
                      <a:pt x="860" y="868"/>
                      <a:pt x="845" y="874"/>
                      <a:pt x="829" y="87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00" name="Google Shape;200;p6"/>
            <p:cNvCxnSpPr/>
            <p:nvPr/>
          </p:nvCxnSpPr>
          <p:spPr>
            <a:xfrm rot="10800000" flipH="1">
              <a:off x="8023400" y="205025"/>
              <a:ext cx="516600" cy="516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201" name="Google Shape;201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7"/>
          <p:cNvGrpSpPr/>
          <p:nvPr/>
        </p:nvGrpSpPr>
        <p:grpSpPr>
          <a:xfrm>
            <a:off x="-1049350" y="-1702125"/>
            <a:ext cx="10612902" cy="8036699"/>
            <a:chOff x="-1049350" y="-1702125"/>
            <a:chExt cx="10612902" cy="8036699"/>
          </a:xfrm>
        </p:grpSpPr>
        <p:pic>
          <p:nvPicPr>
            <p:cNvPr id="204" name="Google Shape;20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464602" y="-17021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49350" y="3936924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7"/>
          <p:cNvSpPr txBox="1">
            <a:spLocks noGrp="1"/>
          </p:cNvSpPr>
          <p:nvPr>
            <p:ph type="title"/>
          </p:nvPr>
        </p:nvSpPr>
        <p:spPr>
          <a:xfrm>
            <a:off x="713225" y="765600"/>
            <a:ext cx="38115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7"/>
          <p:cNvSpPr txBox="1">
            <a:spLocks noGrp="1"/>
          </p:cNvSpPr>
          <p:nvPr>
            <p:ph type="subTitle" idx="1"/>
          </p:nvPr>
        </p:nvSpPr>
        <p:spPr>
          <a:xfrm>
            <a:off x="713225" y="1853100"/>
            <a:ext cx="3811500" cy="2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08" name="Google Shape;208;p7"/>
          <p:cNvSpPr>
            <a:spLocks noGrp="1"/>
          </p:cNvSpPr>
          <p:nvPr>
            <p:ph type="pic" idx="2"/>
          </p:nvPr>
        </p:nvSpPr>
        <p:spPr>
          <a:xfrm>
            <a:off x="5019325" y="0"/>
            <a:ext cx="41247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13"/>
          <p:cNvGrpSpPr/>
          <p:nvPr/>
        </p:nvGrpSpPr>
        <p:grpSpPr>
          <a:xfrm>
            <a:off x="-635744" y="-762375"/>
            <a:ext cx="14352795" cy="8384397"/>
            <a:chOff x="-635744" y="-762375"/>
            <a:chExt cx="14352795" cy="8384397"/>
          </a:xfrm>
        </p:grpSpPr>
        <p:pic>
          <p:nvPicPr>
            <p:cNvPr id="282" name="Google Shape;282;p13"/>
            <p:cNvPicPr preferRelativeResize="0"/>
            <p:nvPr/>
          </p:nvPicPr>
          <p:blipFill rotWithShape="1">
            <a:blip r:embed="rId2">
              <a:alphaModFix/>
            </a:blip>
            <a:srcRect r="36753"/>
            <a:stretch/>
          </p:blipFill>
          <p:spPr>
            <a:xfrm rot="10546103" flipH="1">
              <a:off x="-510325" y="3786177"/>
              <a:ext cx="5977373" cy="3620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4266148" y="-762375"/>
              <a:ext cx="9450902" cy="36202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4" name="Google Shape;284;p13"/>
            <p:cNvGrpSpPr/>
            <p:nvPr/>
          </p:nvGrpSpPr>
          <p:grpSpPr>
            <a:xfrm rot="5400000">
              <a:off x="8228452" y="4336472"/>
              <a:ext cx="469800" cy="65160"/>
              <a:chOff x="9146520" y="317880"/>
              <a:chExt cx="469800" cy="65160"/>
            </a:xfrm>
          </p:grpSpPr>
          <p:sp>
            <p:nvSpPr>
              <p:cNvPr id="285" name="Google Shape;285;p13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8" name="Google Shape;288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84483" y="4483150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" name="Google Shape;289;p13"/>
          <p:cNvGrpSpPr/>
          <p:nvPr/>
        </p:nvGrpSpPr>
        <p:grpSpPr>
          <a:xfrm>
            <a:off x="7060875" y="171998"/>
            <a:ext cx="1874100" cy="1490216"/>
            <a:chOff x="7060875" y="171998"/>
            <a:chExt cx="1874100" cy="1490216"/>
          </a:xfrm>
        </p:grpSpPr>
        <p:grpSp>
          <p:nvGrpSpPr>
            <p:cNvPr id="290" name="Google Shape;290;p13"/>
            <p:cNvGrpSpPr/>
            <p:nvPr/>
          </p:nvGrpSpPr>
          <p:grpSpPr>
            <a:xfrm rot="8999923">
              <a:off x="7445771" y="371715"/>
              <a:ext cx="1091191" cy="1090783"/>
              <a:chOff x="5604480" y="3862800"/>
              <a:chExt cx="1352880" cy="1352520"/>
            </a:xfrm>
          </p:grpSpPr>
          <p:sp>
            <p:nvSpPr>
              <p:cNvPr id="291" name="Google Shape;291;p13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2617" h="2592" extrusionOk="0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7" extrusionOk="0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643" extrusionOk="0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4" extrusionOk="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09" extrusionOk="0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340" extrusionOk="0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29" extrusionOk="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425" rIns="90000" bIns="1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98" name="Google Shape;298;p13"/>
            <p:cNvCxnSpPr/>
            <p:nvPr/>
          </p:nvCxnSpPr>
          <p:spPr>
            <a:xfrm rot="10800000">
              <a:off x="7060875" y="293104"/>
              <a:ext cx="944100" cy="629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99" name="Google Shape;299;p13"/>
            <p:cNvCxnSpPr/>
            <p:nvPr/>
          </p:nvCxnSpPr>
          <p:spPr>
            <a:xfrm>
              <a:off x="8004975" y="915650"/>
              <a:ext cx="930000" cy="14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300" name="Google Shape;300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677348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1" name="Google Shape;301;p13"/>
          <p:cNvSpPr txBox="1">
            <a:spLocks noGrp="1"/>
          </p:cNvSpPr>
          <p:nvPr>
            <p:ph type="title" idx="2" hasCustomPrompt="1"/>
          </p:nvPr>
        </p:nvSpPr>
        <p:spPr>
          <a:xfrm>
            <a:off x="3372138" y="167735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2" name="Google Shape;302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78959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3" name="Google Shape;303;p13"/>
          <p:cNvSpPr txBox="1">
            <a:spLocks noGrp="1"/>
          </p:cNvSpPr>
          <p:nvPr>
            <p:ph type="title" idx="4" hasCustomPrompt="1"/>
          </p:nvPr>
        </p:nvSpPr>
        <p:spPr>
          <a:xfrm>
            <a:off x="6024288" y="167736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4" name="Google Shape;304;p13"/>
          <p:cNvSpPr txBox="1">
            <a:spLocks noGrp="1"/>
          </p:cNvSpPr>
          <p:nvPr>
            <p:ph type="title" idx="5" hasCustomPrompt="1"/>
          </p:nvPr>
        </p:nvSpPr>
        <p:spPr>
          <a:xfrm>
            <a:off x="3372150" y="2978969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5" name="Google Shape;305;p13"/>
          <p:cNvSpPr txBox="1">
            <a:spLocks noGrp="1"/>
          </p:cNvSpPr>
          <p:nvPr>
            <p:ph type="title" idx="6" hasCustomPrompt="1"/>
          </p:nvPr>
        </p:nvSpPr>
        <p:spPr>
          <a:xfrm>
            <a:off x="6024288" y="29789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3"/>
          <p:cNvSpPr txBox="1">
            <a:spLocks noGrp="1"/>
          </p:cNvSpPr>
          <p:nvPr>
            <p:ph type="subTitle" idx="1"/>
          </p:nvPr>
        </p:nvSpPr>
        <p:spPr>
          <a:xfrm>
            <a:off x="720000" y="220162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7" name="Google Shape;307;p13"/>
          <p:cNvSpPr txBox="1">
            <a:spLocks noGrp="1"/>
          </p:cNvSpPr>
          <p:nvPr>
            <p:ph type="subTitle" idx="7"/>
          </p:nvPr>
        </p:nvSpPr>
        <p:spPr>
          <a:xfrm>
            <a:off x="720000" y="3503228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8" name="Google Shape;308;p13"/>
          <p:cNvSpPr txBox="1">
            <a:spLocks noGrp="1"/>
          </p:cNvSpPr>
          <p:nvPr>
            <p:ph type="subTitle" idx="8"/>
          </p:nvPr>
        </p:nvSpPr>
        <p:spPr>
          <a:xfrm>
            <a:off x="3372161" y="3503249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9" name="Google Shape;309;p13"/>
          <p:cNvSpPr txBox="1">
            <a:spLocks noGrp="1"/>
          </p:cNvSpPr>
          <p:nvPr>
            <p:ph type="subTitle" idx="9"/>
          </p:nvPr>
        </p:nvSpPr>
        <p:spPr>
          <a:xfrm>
            <a:off x="3372149" y="220167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0" name="Google Shape;310;p13"/>
          <p:cNvSpPr txBox="1">
            <a:spLocks noGrp="1"/>
          </p:cNvSpPr>
          <p:nvPr>
            <p:ph type="subTitle" idx="13"/>
          </p:nvPr>
        </p:nvSpPr>
        <p:spPr>
          <a:xfrm>
            <a:off x="6024299" y="220167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1" name="Google Shape;311;p13"/>
          <p:cNvSpPr txBox="1">
            <a:spLocks noGrp="1"/>
          </p:cNvSpPr>
          <p:nvPr>
            <p:ph type="subTitle" idx="14"/>
          </p:nvPr>
        </p:nvSpPr>
        <p:spPr>
          <a:xfrm>
            <a:off x="6024299" y="3503296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2" name="Google Shape;312;p13"/>
          <p:cNvSpPr txBox="1">
            <a:spLocks noGrp="1"/>
          </p:cNvSpPr>
          <p:nvPr>
            <p:ph type="title" idx="15"/>
          </p:nvPr>
        </p:nvSpPr>
        <p:spPr>
          <a:xfrm>
            <a:off x="720000" y="539500"/>
            <a:ext cx="530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4"/>
          <p:cNvGrpSpPr/>
          <p:nvPr/>
        </p:nvGrpSpPr>
        <p:grpSpPr>
          <a:xfrm>
            <a:off x="-1843936" y="-605557"/>
            <a:ext cx="11437264" cy="10028158"/>
            <a:chOff x="-1843936" y="-605557"/>
            <a:chExt cx="11437264" cy="10028158"/>
          </a:xfrm>
        </p:grpSpPr>
        <p:pic>
          <p:nvPicPr>
            <p:cNvPr id="315" name="Google Shape;315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2" flipH="1">
              <a:off x="2659597" y="2488872"/>
              <a:ext cx="10028158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843936" y="1331596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7" name="Google Shape;317;p14"/>
            <p:cNvGrpSpPr/>
            <p:nvPr/>
          </p:nvGrpSpPr>
          <p:grpSpPr>
            <a:xfrm>
              <a:off x="4337098" y="214966"/>
              <a:ext cx="469800" cy="65160"/>
              <a:chOff x="9146520" y="317880"/>
              <a:chExt cx="469800" cy="65160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3671775" y="1591600"/>
            <a:ext cx="2333100" cy="10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4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801100" cy="4064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323" name="Google Shape;323;p14"/>
          <p:cNvSpPr>
            <a:spLocks noGrp="1"/>
          </p:cNvSpPr>
          <p:nvPr>
            <p:ph type="pic" idx="3"/>
          </p:nvPr>
        </p:nvSpPr>
        <p:spPr>
          <a:xfrm>
            <a:off x="6162325" y="539500"/>
            <a:ext cx="2268600" cy="210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324" name="Google Shape;324;p14"/>
          <p:cNvSpPr>
            <a:spLocks noGrp="1"/>
          </p:cNvSpPr>
          <p:nvPr>
            <p:ph type="pic" idx="4"/>
          </p:nvPr>
        </p:nvSpPr>
        <p:spPr>
          <a:xfrm>
            <a:off x="3671775" y="2823325"/>
            <a:ext cx="4740300" cy="178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325" name="Google Shape;325;p14"/>
          <p:cNvSpPr txBox="1">
            <a:spLocks noGrp="1"/>
          </p:cNvSpPr>
          <p:nvPr>
            <p:ph type="title"/>
          </p:nvPr>
        </p:nvSpPr>
        <p:spPr>
          <a:xfrm>
            <a:off x="3671775" y="539500"/>
            <a:ext cx="2333100" cy="10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20"/>
          <p:cNvGrpSpPr/>
          <p:nvPr/>
        </p:nvGrpSpPr>
        <p:grpSpPr>
          <a:xfrm>
            <a:off x="-1141586" y="-235475"/>
            <a:ext cx="11188636" cy="6686186"/>
            <a:chOff x="-1141586" y="-235475"/>
            <a:chExt cx="11188636" cy="6686186"/>
          </a:xfrm>
        </p:grpSpPr>
        <p:pic>
          <p:nvPicPr>
            <p:cNvPr id="424" name="Google Shape;424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6475500" y="-235475"/>
              <a:ext cx="3571551" cy="5447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5" name="Google Shape;425;p20"/>
            <p:cNvGrpSpPr/>
            <p:nvPr/>
          </p:nvGrpSpPr>
          <p:grpSpPr>
            <a:xfrm>
              <a:off x="742273" y="270966"/>
              <a:ext cx="469800" cy="65160"/>
              <a:chOff x="9146520" y="317880"/>
              <a:chExt cx="469800" cy="65160"/>
            </a:xfrm>
          </p:grpSpPr>
          <p:sp>
            <p:nvSpPr>
              <p:cNvPr id="426" name="Google Shape;426;p20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20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20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9" name="Google Shape;42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141586" y="4053060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0" name="Google Shape;430;p20"/>
          <p:cNvGrpSpPr/>
          <p:nvPr/>
        </p:nvGrpSpPr>
        <p:grpSpPr>
          <a:xfrm rot="-5400000">
            <a:off x="7837611" y="273645"/>
            <a:ext cx="989720" cy="984365"/>
            <a:chOff x="7550280" y="205025"/>
            <a:chExt cx="989720" cy="984365"/>
          </a:xfrm>
        </p:grpSpPr>
        <p:grpSp>
          <p:nvGrpSpPr>
            <p:cNvPr id="431" name="Google Shape;431;p20"/>
            <p:cNvGrpSpPr/>
            <p:nvPr/>
          </p:nvGrpSpPr>
          <p:grpSpPr>
            <a:xfrm>
              <a:off x="7550280" y="241510"/>
              <a:ext cx="948240" cy="947880"/>
              <a:chOff x="3374280" y="221760"/>
              <a:chExt cx="948240" cy="947880"/>
            </a:xfrm>
          </p:grpSpPr>
          <p:sp>
            <p:nvSpPr>
              <p:cNvPr id="432" name="Google Shape;432;p20"/>
              <p:cNvSpPr/>
              <p:nvPr/>
            </p:nvSpPr>
            <p:spPr>
              <a:xfrm>
                <a:off x="3448440" y="295560"/>
                <a:ext cx="500760" cy="520200"/>
              </a:xfrm>
              <a:custGeom>
                <a:avLst/>
                <a:gdLst/>
                <a:ahLst/>
                <a:cxnLst/>
                <a:rect l="l" t="t" r="r" b="b"/>
                <a:pathLst>
                  <a:path w="1391" h="1445" extrusionOk="0">
                    <a:moveTo>
                      <a:pt x="330" y="1445"/>
                    </a:moveTo>
                    <a:cubicBezTo>
                      <a:pt x="315" y="1446"/>
                      <a:pt x="300" y="1440"/>
                      <a:pt x="288" y="1428"/>
                    </a:cubicBezTo>
                    <a:lnTo>
                      <a:pt x="17" y="1162"/>
                    </a:lnTo>
                    <a:cubicBezTo>
                      <a:pt x="6" y="1151"/>
                      <a:pt x="0" y="1136"/>
                      <a:pt x="0" y="1121"/>
                    </a:cubicBezTo>
                    <a:cubicBezTo>
                      <a:pt x="0" y="1105"/>
                      <a:pt x="6" y="1090"/>
                      <a:pt x="16" y="1079"/>
                    </a:cubicBezTo>
                    <a:lnTo>
                      <a:pt x="1060" y="18"/>
                    </a:lnTo>
                    <a:cubicBezTo>
                      <a:pt x="1083" y="-6"/>
                      <a:pt x="1120" y="-6"/>
                      <a:pt x="1143" y="17"/>
                    </a:cubicBezTo>
                    <a:lnTo>
                      <a:pt x="1373" y="243"/>
                    </a:lnTo>
                    <a:cubicBezTo>
                      <a:pt x="1397" y="266"/>
                      <a:pt x="1397" y="303"/>
                      <a:pt x="1374" y="326"/>
                    </a:cubicBezTo>
                    <a:cubicBezTo>
                      <a:pt x="1351" y="350"/>
                      <a:pt x="1314" y="350"/>
                      <a:pt x="1291" y="327"/>
                    </a:cubicBezTo>
                    <a:lnTo>
                      <a:pt x="1103" y="142"/>
                    </a:lnTo>
                    <a:lnTo>
                      <a:pt x="142" y="1120"/>
                    </a:lnTo>
                    <a:lnTo>
                      <a:pt x="370" y="1345"/>
                    </a:lnTo>
                    <a:cubicBezTo>
                      <a:pt x="394" y="1367"/>
                      <a:pt x="394" y="1405"/>
                      <a:pt x="371" y="1428"/>
                    </a:cubicBezTo>
                    <a:cubicBezTo>
                      <a:pt x="360" y="1439"/>
                      <a:pt x="345" y="1445"/>
                      <a:pt x="330" y="144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0"/>
              <p:cNvSpPr/>
              <p:nvPr/>
            </p:nvSpPr>
            <p:spPr>
              <a:xfrm>
                <a:off x="3374280" y="221760"/>
                <a:ext cx="948240" cy="947880"/>
              </a:xfrm>
              <a:custGeom>
                <a:avLst/>
                <a:gdLst/>
                <a:ahLst/>
                <a:cxnLst/>
                <a:rect l="l" t="t" r="r" b="b"/>
                <a:pathLst>
                  <a:path w="2634" h="2633" extrusionOk="0">
                    <a:moveTo>
                      <a:pt x="56" y="1327"/>
                    </a:moveTo>
                    <a:lnTo>
                      <a:pt x="1328" y="2577"/>
                    </a:lnTo>
                    <a:lnTo>
                      <a:pt x="2578" y="1305"/>
                    </a:lnTo>
                    <a:lnTo>
                      <a:pt x="1306" y="55"/>
                    </a:lnTo>
                    <a:lnTo>
                      <a:pt x="56" y="1327"/>
                    </a:lnTo>
                    <a:moveTo>
                      <a:pt x="1328" y="2633"/>
                    </a:moveTo>
                    <a:cubicBezTo>
                      <a:pt x="1322" y="2633"/>
                      <a:pt x="1316" y="2630"/>
                      <a:pt x="1312" y="2626"/>
                    </a:cubicBezTo>
                    <a:lnTo>
                      <a:pt x="7" y="1344"/>
                    </a:lnTo>
                    <a:cubicBezTo>
                      <a:pt x="3" y="1339"/>
                      <a:pt x="0" y="1334"/>
                      <a:pt x="0" y="1328"/>
                    </a:cubicBezTo>
                    <a:cubicBezTo>
                      <a:pt x="0" y="1321"/>
                      <a:pt x="2" y="1316"/>
                      <a:pt x="7" y="1311"/>
                    </a:cubicBezTo>
                    <a:lnTo>
                      <a:pt x="1289" y="6"/>
                    </a:lnTo>
                    <a:cubicBezTo>
                      <a:pt x="1298" y="-2"/>
                      <a:pt x="1313" y="-3"/>
                      <a:pt x="1322" y="6"/>
                    </a:cubicBezTo>
                    <a:lnTo>
                      <a:pt x="2627" y="1288"/>
                    </a:lnTo>
                    <a:cubicBezTo>
                      <a:pt x="2631" y="1293"/>
                      <a:pt x="2634" y="1299"/>
                      <a:pt x="2634" y="1305"/>
                    </a:cubicBezTo>
                    <a:cubicBezTo>
                      <a:pt x="2634" y="1311"/>
                      <a:pt x="2631" y="1317"/>
                      <a:pt x="2627" y="1321"/>
                    </a:cubicBezTo>
                    <a:lnTo>
                      <a:pt x="1345" y="2626"/>
                    </a:lnTo>
                    <a:cubicBezTo>
                      <a:pt x="1340" y="2630"/>
                      <a:pt x="1334" y="2632"/>
                      <a:pt x="1328" y="263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0"/>
              <p:cNvSpPr/>
              <p:nvPr/>
            </p:nvSpPr>
            <p:spPr>
              <a:xfrm>
                <a:off x="3615120" y="462240"/>
                <a:ext cx="466560" cy="466560"/>
              </a:xfrm>
              <a:custGeom>
                <a:avLst/>
                <a:gdLst/>
                <a:ahLst/>
                <a:cxnLst/>
                <a:rect l="l" t="t" r="r" b="b"/>
                <a:pathLst>
                  <a:path w="1296" h="1296" extrusionOk="0">
                    <a:moveTo>
                      <a:pt x="11" y="653"/>
                    </a:moveTo>
                    <a:lnTo>
                      <a:pt x="653" y="1285"/>
                    </a:lnTo>
                    <a:lnTo>
                      <a:pt x="1285" y="642"/>
                    </a:lnTo>
                    <a:lnTo>
                      <a:pt x="642" y="11"/>
                    </a:lnTo>
                    <a:lnTo>
                      <a:pt x="11" y="653"/>
                    </a:lnTo>
                    <a:moveTo>
                      <a:pt x="653" y="1296"/>
                    </a:moveTo>
                    <a:cubicBezTo>
                      <a:pt x="652" y="1296"/>
                      <a:pt x="651" y="1296"/>
                      <a:pt x="650" y="1295"/>
                    </a:cubicBezTo>
                    <a:lnTo>
                      <a:pt x="1" y="657"/>
                    </a:lnTo>
                    <a:cubicBezTo>
                      <a:pt x="1" y="656"/>
                      <a:pt x="0" y="655"/>
                      <a:pt x="0" y="654"/>
                    </a:cubicBezTo>
                    <a:cubicBezTo>
                      <a:pt x="0" y="653"/>
                      <a:pt x="1" y="651"/>
                      <a:pt x="1" y="651"/>
                    </a:cubicBezTo>
                    <a:lnTo>
                      <a:pt x="639" y="1"/>
                    </a:lnTo>
                    <a:cubicBezTo>
                      <a:pt x="641" y="0"/>
                      <a:pt x="644" y="0"/>
                      <a:pt x="645" y="1"/>
                    </a:cubicBezTo>
                    <a:lnTo>
                      <a:pt x="1294" y="639"/>
                    </a:lnTo>
                    <a:cubicBezTo>
                      <a:pt x="1295" y="640"/>
                      <a:pt x="1296" y="641"/>
                      <a:pt x="1296" y="642"/>
                    </a:cubicBezTo>
                    <a:cubicBezTo>
                      <a:pt x="1296" y="644"/>
                      <a:pt x="1295" y="645"/>
                      <a:pt x="1294" y="646"/>
                    </a:cubicBezTo>
                    <a:lnTo>
                      <a:pt x="657" y="1294"/>
                    </a:lnTo>
                    <a:cubicBezTo>
                      <a:pt x="656" y="1296"/>
                      <a:pt x="655" y="1296"/>
                      <a:pt x="653" y="12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20"/>
              <p:cNvSpPr/>
              <p:nvPr/>
            </p:nvSpPr>
            <p:spPr>
              <a:xfrm>
                <a:off x="3639240" y="483480"/>
                <a:ext cx="609120" cy="6120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700" extrusionOk="0">
                    <a:moveTo>
                      <a:pt x="591" y="1700"/>
                    </a:moveTo>
                    <a:cubicBezTo>
                      <a:pt x="575" y="1701"/>
                      <a:pt x="560" y="1695"/>
                      <a:pt x="549" y="1683"/>
                    </a:cubicBezTo>
                    <a:lnTo>
                      <a:pt x="18" y="1162"/>
                    </a:lnTo>
                    <a:cubicBezTo>
                      <a:pt x="-5" y="1139"/>
                      <a:pt x="-5" y="1102"/>
                      <a:pt x="17" y="1078"/>
                    </a:cubicBezTo>
                    <a:cubicBezTo>
                      <a:pt x="40" y="1056"/>
                      <a:pt x="78" y="1055"/>
                      <a:pt x="100" y="1078"/>
                    </a:cubicBezTo>
                    <a:lnTo>
                      <a:pt x="589" y="1558"/>
                    </a:lnTo>
                    <a:lnTo>
                      <a:pt x="1550" y="581"/>
                    </a:lnTo>
                    <a:lnTo>
                      <a:pt x="1061" y="100"/>
                    </a:lnTo>
                    <a:cubicBezTo>
                      <a:pt x="1038" y="77"/>
                      <a:pt x="1038" y="40"/>
                      <a:pt x="1061" y="17"/>
                    </a:cubicBezTo>
                    <a:cubicBezTo>
                      <a:pt x="1083" y="-6"/>
                      <a:pt x="1121" y="-6"/>
                      <a:pt x="1144" y="16"/>
                    </a:cubicBezTo>
                    <a:lnTo>
                      <a:pt x="1675" y="538"/>
                    </a:lnTo>
                    <a:cubicBezTo>
                      <a:pt x="1698" y="561"/>
                      <a:pt x="1698" y="598"/>
                      <a:pt x="1675" y="621"/>
                    </a:cubicBezTo>
                    <a:lnTo>
                      <a:pt x="632" y="1683"/>
                    </a:lnTo>
                    <a:cubicBezTo>
                      <a:pt x="621" y="1694"/>
                      <a:pt x="606" y="1700"/>
                      <a:pt x="591" y="17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20"/>
              <p:cNvSpPr/>
              <p:nvPr/>
            </p:nvSpPr>
            <p:spPr>
              <a:xfrm>
                <a:off x="3488605" y="718043"/>
                <a:ext cx="319680" cy="314640"/>
              </a:xfrm>
              <a:custGeom>
                <a:avLst/>
                <a:gdLst/>
                <a:ahLst/>
                <a:cxnLst/>
                <a:rect l="l" t="t" r="r" b="b"/>
                <a:pathLst>
                  <a:path w="888" h="874" extrusionOk="0">
                    <a:moveTo>
                      <a:pt x="829" y="874"/>
                    </a:moveTo>
                    <a:cubicBezTo>
                      <a:pt x="814" y="874"/>
                      <a:pt x="800" y="868"/>
                      <a:pt x="788" y="857"/>
                    </a:cubicBezTo>
                    <a:lnTo>
                      <a:pt x="18" y="100"/>
                    </a:lnTo>
                    <a:cubicBezTo>
                      <a:pt x="-5" y="78"/>
                      <a:pt x="-6" y="40"/>
                      <a:pt x="17" y="17"/>
                    </a:cubicBezTo>
                    <a:cubicBezTo>
                      <a:pt x="40" y="-6"/>
                      <a:pt x="77" y="-6"/>
                      <a:pt x="100" y="17"/>
                    </a:cubicBezTo>
                    <a:lnTo>
                      <a:pt x="870" y="773"/>
                    </a:lnTo>
                    <a:cubicBezTo>
                      <a:pt x="894" y="796"/>
                      <a:pt x="894" y="833"/>
                      <a:pt x="871" y="857"/>
                    </a:cubicBezTo>
                    <a:cubicBezTo>
                      <a:pt x="860" y="868"/>
                      <a:pt x="845" y="874"/>
                      <a:pt x="829" y="87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37" name="Google Shape;437;p20"/>
            <p:cNvCxnSpPr/>
            <p:nvPr/>
          </p:nvCxnSpPr>
          <p:spPr>
            <a:xfrm rot="10800000" flipH="1">
              <a:off x="8023400" y="205025"/>
              <a:ext cx="516600" cy="516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438" name="Google Shape;438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5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25"/>
          <p:cNvGrpSpPr/>
          <p:nvPr/>
        </p:nvGrpSpPr>
        <p:grpSpPr>
          <a:xfrm>
            <a:off x="-1987125" y="-4031588"/>
            <a:ext cx="13631819" cy="8929340"/>
            <a:chOff x="-1987125" y="-4031588"/>
            <a:chExt cx="13631819" cy="8929340"/>
          </a:xfrm>
        </p:grpSpPr>
        <p:pic>
          <p:nvPicPr>
            <p:cNvPr id="534" name="Google Shape;53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9000001">
              <a:off x="1921821" y="-1911375"/>
              <a:ext cx="9450901" cy="36202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35" name="Google Shape;535;p25"/>
            <p:cNvGrpSpPr/>
            <p:nvPr/>
          </p:nvGrpSpPr>
          <p:grpSpPr>
            <a:xfrm>
              <a:off x="7954198" y="4832591"/>
              <a:ext cx="469800" cy="65160"/>
              <a:chOff x="9146520" y="317880"/>
              <a:chExt cx="469800" cy="65160"/>
            </a:xfrm>
          </p:grpSpPr>
          <p:sp>
            <p:nvSpPr>
              <p:cNvPr id="536" name="Google Shape;536;p25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25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25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39" name="Google Shape;539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987125" y="1689624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0" name="Google Shape;540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26"/>
          <p:cNvGrpSpPr/>
          <p:nvPr/>
        </p:nvGrpSpPr>
        <p:grpSpPr>
          <a:xfrm>
            <a:off x="-2753283" y="-2385180"/>
            <a:ext cx="14735147" cy="9909613"/>
            <a:chOff x="-2753283" y="-2385180"/>
            <a:chExt cx="14735147" cy="9909613"/>
          </a:xfrm>
        </p:grpSpPr>
        <p:pic>
          <p:nvPicPr>
            <p:cNvPr id="543" name="Google Shape;543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900001" flipH="1">
              <a:off x="1627719" y="-1152851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900000" flipH="1">
              <a:off x="-2445804" y="2742824"/>
              <a:ext cx="9450900" cy="362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04967" y="3350892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6" name="Google Shape;546;p26"/>
          <p:cNvSpPr txBox="1">
            <a:spLocks noGrp="1"/>
          </p:cNvSpPr>
          <p:nvPr>
            <p:ph type="title" hasCustomPrompt="1"/>
          </p:nvPr>
        </p:nvSpPr>
        <p:spPr>
          <a:xfrm>
            <a:off x="2825688" y="1892888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7" name="Google Shape;547;p26"/>
          <p:cNvSpPr txBox="1">
            <a:spLocks noGrp="1"/>
          </p:cNvSpPr>
          <p:nvPr>
            <p:ph type="subTitle" idx="1"/>
          </p:nvPr>
        </p:nvSpPr>
        <p:spPr>
          <a:xfrm>
            <a:off x="2825688" y="2651810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48" name="Google Shape;548;p26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539489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9" name="Google Shape;549;p26"/>
          <p:cNvSpPr txBox="1">
            <a:spLocks noGrp="1"/>
          </p:cNvSpPr>
          <p:nvPr>
            <p:ph type="subTitle" idx="3"/>
          </p:nvPr>
        </p:nvSpPr>
        <p:spPr>
          <a:xfrm>
            <a:off x="713225" y="1298401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50" name="Google Shape;550;p26"/>
          <p:cNvSpPr txBox="1">
            <a:spLocks noGrp="1"/>
          </p:cNvSpPr>
          <p:nvPr>
            <p:ph type="title" idx="4" hasCustomPrompt="1"/>
          </p:nvPr>
        </p:nvSpPr>
        <p:spPr>
          <a:xfrm>
            <a:off x="4938163" y="3246275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1" name="Google Shape;551;p26"/>
          <p:cNvSpPr txBox="1">
            <a:spLocks noGrp="1"/>
          </p:cNvSpPr>
          <p:nvPr>
            <p:ph type="subTitle" idx="5"/>
          </p:nvPr>
        </p:nvSpPr>
        <p:spPr>
          <a:xfrm>
            <a:off x="4938163" y="4005197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552" name="Google Shape;552;p26"/>
          <p:cNvGrpSpPr/>
          <p:nvPr/>
        </p:nvGrpSpPr>
        <p:grpSpPr>
          <a:xfrm>
            <a:off x="-191804" y="-901513"/>
            <a:ext cx="9232773" cy="6590065"/>
            <a:chOff x="-191804" y="-901513"/>
            <a:chExt cx="9232773" cy="6590065"/>
          </a:xfrm>
        </p:grpSpPr>
        <p:grpSp>
          <p:nvGrpSpPr>
            <p:cNvPr id="553" name="Google Shape;553;p26"/>
            <p:cNvGrpSpPr/>
            <p:nvPr/>
          </p:nvGrpSpPr>
          <p:grpSpPr>
            <a:xfrm rot="-899960">
              <a:off x="16905" y="2744580"/>
              <a:ext cx="1213589" cy="1772614"/>
              <a:chOff x="6907836" y="1897435"/>
              <a:chExt cx="1213626" cy="1772667"/>
            </a:xfrm>
          </p:grpSpPr>
          <p:grpSp>
            <p:nvGrpSpPr>
              <p:cNvPr id="554" name="Google Shape;554;p26"/>
              <p:cNvGrpSpPr/>
              <p:nvPr/>
            </p:nvGrpSpPr>
            <p:grpSpPr>
              <a:xfrm>
                <a:off x="6907836" y="1897435"/>
                <a:ext cx="1213626" cy="1772667"/>
                <a:chOff x="2319480" y="2528640"/>
                <a:chExt cx="1413000" cy="2063880"/>
              </a:xfrm>
            </p:grpSpPr>
            <p:sp>
              <p:nvSpPr>
                <p:cNvPr id="555" name="Google Shape;555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6" name="Google Shape;556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7" name="Google Shape;557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" h="622" extrusionOk="0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" name="Google Shape;558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6" h="1044" extrusionOk="0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9" name="Google Shape;559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4" h="2117" extrusionOk="0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0" name="Google Shape;560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1" name="Google Shape;561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2" name="Google Shape;562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" name="Google Shape;563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64" name="Google Shape;564;p26"/>
              <p:cNvGrpSpPr/>
              <p:nvPr/>
            </p:nvGrpSpPr>
            <p:grpSpPr>
              <a:xfrm>
                <a:off x="6935887" y="1938370"/>
                <a:ext cx="1157671" cy="1690937"/>
                <a:chOff x="2319480" y="2528640"/>
                <a:chExt cx="1413000" cy="2063880"/>
              </a:xfrm>
            </p:grpSpPr>
            <p:sp>
              <p:nvSpPr>
                <p:cNvPr id="565" name="Google Shape;565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6" name="Google Shape;566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Google Shape;567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" h="622" extrusionOk="0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Google Shape;568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6" h="1044" extrusionOk="0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9" name="Google Shape;569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4" h="2117" extrusionOk="0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0" name="Google Shape;570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1" name="Google Shape;571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" name="Google Shape;572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3" name="Google Shape;573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4" name="Google Shape;574;p26"/>
              <p:cNvGrpSpPr/>
              <p:nvPr/>
            </p:nvGrpSpPr>
            <p:grpSpPr>
              <a:xfrm>
                <a:off x="6960326" y="1974088"/>
                <a:ext cx="1108781" cy="1619527"/>
                <a:chOff x="2319480" y="2528640"/>
                <a:chExt cx="1413000" cy="2063880"/>
              </a:xfrm>
            </p:grpSpPr>
            <p:sp>
              <p:nvSpPr>
                <p:cNvPr id="575" name="Google Shape;575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6" name="Google Shape;576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7" name="Google Shape;577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" h="622" extrusionOk="0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8" name="Google Shape;578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6" h="1044" extrusionOk="0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9" name="Google Shape;579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4" h="2117" extrusionOk="0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0" name="Google Shape;580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1" name="Google Shape;581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2" name="Google Shape;582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3" name="Google Shape;583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84" name="Google Shape;584;p26"/>
            <p:cNvGrpSpPr/>
            <p:nvPr/>
          </p:nvGrpSpPr>
          <p:grpSpPr>
            <a:xfrm rot="9900040">
              <a:off x="7618671" y="634603"/>
              <a:ext cx="1213589" cy="1772614"/>
              <a:chOff x="6907836" y="1897435"/>
              <a:chExt cx="1213626" cy="1772667"/>
            </a:xfrm>
          </p:grpSpPr>
          <p:grpSp>
            <p:nvGrpSpPr>
              <p:cNvPr id="585" name="Google Shape;585;p26"/>
              <p:cNvGrpSpPr/>
              <p:nvPr/>
            </p:nvGrpSpPr>
            <p:grpSpPr>
              <a:xfrm>
                <a:off x="6907836" y="1897435"/>
                <a:ext cx="1213626" cy="1772667"/>
                <a:chOff x="2319480" y="2528640"/>
                <a:chExt cx="1413000" cy="2063880"/>
              </a:xfrm>
            </p:grpSpPr>
            <p:sp>
              <p:nvSpPr>
                <p:cNvPr id="586" name="Google Shape;586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7" name="Google Shape;587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8" name="Google Shape;588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" h="622" extrusionOk="0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9" name="Google Shape;589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6" h="1044" extrusionOk="0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0" name="Google Shape;590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4" h="2117" extrusionOk="0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1" name="Google Shape;591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2" name="Google Shape;592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3" name="Google Shape;593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4" name="Google Shape;594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95" name="Google Shape;595;p26"/>
              <p:cNvGrpSpPr/>
              <p:nvPr/>
            </p:nvGrpSpPr>
            <p:grpSpPr>
              <a:xfrm>
                <a:off x="6935887" y="1938370"/>
                <a:ext cx="1157671" cy="1690937"/>
                <a:chOff x="2319480" y="2528640"/>
                <a:chExt cx="1413000" cy="2063880"/>
              </a:xfrm>
            </p:grpSpPr>
            <p:sp>
              <p:nvSpPr>
                <p:cNvPr id="596" name="Google Shape;596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7" name="Google Shape;597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8" name="Google Shape;598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" h="622" extrusionOk="0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9" name="Google Shape;599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6" h="1044" extrusionOk="0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0" name="Google Shape;600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4" h="2117" extrusionOk="0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1" name="Google Shape;601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2" name="Google Shape;602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3" name="Google Shape;603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4" name="Google Shape;604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rgbClr val="299CC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5" name="Google Shape;605;p26"/>
              <p:cNvGrpSpPr/>
              <p:nvPr/>
            </p:nvGrpSpPr>
            <p:grpSpPr>
              <a:xfrm>
                <a:off x="6960326" y="1974088"/>
                <a:ext cx="1108781" cy="1619527"/>
                <a:chOff x="2319480" y="2528640"/>
                <a:chExt cx="1413000" cy="2063880"/>
              </a:xfrm>
            </p:grpSpPr>
            <p:sp>
              <p:nvSpPr>
                <p:cNvPr id="606" name="Google Shape;606;p26"/>
                <p:cNvSpPr/>
                <p:nvPr/>
              </p:nvSpPr>
              <p:spPr>
                <a:xfrm>
                  <a:off x="260460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321" y="0"/>
                      </a:moveTo>
                      <a:cubicBezTo>
                        <a:pt x="317" y="0"/>
                        <a:pt x="314" y="1"/>
                        <a:pt x="310" y="1"/>
                      </a:cubicBezTo>
                      <a:lnTo>
                        <a:pt x="284" y="7"/>
                      </a:lnTo>
                      <a:cubicBezTo>
                        <a:pt x="117" y="46"/>
                        <a:pt x="0" y="192"/>
                        <a:pt x="0" y="363"/>
                      </a:cubicBezTo>
                      <a:cubicBezTo>
                        <a:pt x="0" y="379"/>
                        <a:pt x="13" y="392"/>
                        <a:pt x="29" y="392"/>
                      </a:cubicBezTo>
                      <a:cubicBezTo>
                        <a:pt x="36" y="392"/>
                        <a:pt x="44" y="389"/>
                        <a:pt x="49" y="383"/>
                      </a:cubicBezTo>
                      <a:lnTo>
                        <a:pt x="353" y="79"/>
                      </a:lnTo>
                      <a:cubicBezTo>
                        <a:pt x="366" y="66"/>
                        <a:pt x="370" y="46"/>
                        <a:pt x="363" y="29"/>
                      </a:cubicBezTo>
                      <a:cubicBezTo>
                        <a:pt x="356" y="11"/>
                        <a:pt x="339" y="0"/>
                        <a:pt x="321" y="0"/>
                      </a:cubicBezTo>
                      <a:moveTo>
                        <a:pt x="321" y="18"/>
                      </a:moveTo>
                      <a:cubicBezTo>
                        <a:pt x="345" y="18"/>
                        <a:pt x="359" y="48"/>
                        <a:pt x="340" y="67"/>
                      </a:cubicBezTo>
                      <a:lnTo>
                        <a:pt x="36" y="371"/>
                      </a:lnTo>
                      <a:cubicBezTo>
                        <a:pt x="34" y="373"/>
                        <a:pt x="31" y="374"/>
                        <a:pt x="29" y="374"/>
                      </a:cubicBezTo>
                      <a:cubicBezTo>
                        <a:pt x="23" y="374"/>
                        <a:pt x="18" y="370"/>
                        <a:pt x="18" y="363"/>
                      </a:cubicBezTo>
                      <a:cubicBezTo>
                        <a:pt x="18" y="201"/>
                        <a:pt x="129" y="61"/>
                        <a:pt x="287" y="25"/>
                      </a:cubicBezTo>
                      <a:lnTo>
                        <a:pt x="314" y="19"/>
                      </a:lnTo>
                      <a:cubicBezTo>
                        <a:pt x="316" y="18"/>
                        <a:pt x="318" y="18"/>
                        <a:pt x="321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7" name="Google Shape;607;p26"/>
                <p:cNvSpPr/>
                <p:nvPr/>
              </p:nvSpPr>
              <p:spPr>
                <a:xfrm>
                  <a:off x="3315960" y="2623320"/>
                  <a:ext cx="1317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" h="392" extrusionOk="0">
                      <a:moveTo>
                        <a:pt x="46" y="0"/>
                      </a:moveTo>
                      <a:lnTo>
                        <a:pt x="46" y="0"/>
                      </a:lnTo>
                      <a:cubicBezTo>
                        <a:pt x="27" y="0"/>
                        <a:pt x="10" y="11"/>
                        <a:pt x="3" y="29"/>
                      </a:cubicBezTo>
                      <a:cubicBezTo>
                        <a:pt x="-4" y="47"/>
                        <a:pt x="0" y="66"/>
                        <a:pt x="13" y="79"/>
                      </a:cubicBezTo>
                      <a:lnTo>
                        <a:pt x="317" y="383"/>
                      </a:lnTo>
                      <a:cubicBezTo>
                        <a:pt x="323" y="389"/>
                        <a:pt x="330" y="392"/>
                        <a:pt x="337" y="392"/>
                      </a:cubicBezTo>
                      <a:cubicBezTo>
                        <a:pt x="353" y="392"/>
                        <a:pt x="366" y="379"/>
                        <a:pt x="366" y="363"/>
                      </a:cubicBezTo>
                      <a:cubicBezTo>
                        <a:pt x="366" y="192"/>
                        <a:pt x="249" y="46"/>
                        <a:pt x="82" y="7"/>
                      </a:cubicBezTo>
                      <a:lnTo>
                        <a:pt x="56" y="1"/>
                      </a:lnTo>
                      <a:cubicBezTo>
                        <a:pt x="53" y="1"/>
                        <a:pt x="49" y="0"/>
                        <a:pt x="46" y="0"/>
                      </a:cubicBezTo>
                      <a:moveTo>
                        <a:pt x="46" y="18"/>
                      </a:moveTo>
                      <a:cubicBezTo>
                        <a:pt x="48" y="18"/>
                        <a:pt x="50" y="18"/>
                        <a:pt x="52" y="19"/>
                      </a:cubicBezTo>
                      <a:lnTo>
                        <a:pt x="79" y="25"/>
                      </a:lnTo>
                      <a:cubicBezTo>
                        <a:pt x="237" y="61"/>
                        <a:pt x="348" y="201"/>
                        <a:pt x="348" y="363"/>
                      </a:cubicBezTo>
                      <a:cubicBezTo>
                        <a:pt x="348" y="370"/>
                        <a:pt x="343" y="374"/>
                        <a:pt x="337" y="374"/>
                      </a:cubicBezTo>
                      <a:cubicBezTo>
                        <a:pt x="335" y="374"/>
                        <a:pt x="332" y="373"/>
                        <a:pt x="330" y="371"/>
                      </a:cubicBezTo>
                      <a:lnTo>
                        <a:pt x="26" y="67"/>
                      </a:lnTo>
                      <a:cubicBezTo>
                        <a:pt x="7" y="48"/>
                        <a:pt x="21" y="18"/>
                        <a:pt x="46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8" name="Google Shape;608;p26"/>
                <p:cNvSpPr/>
                <p:nvPr/>
              </p:nvSpPr>
              <p:spPr>
                <a:xfrm>
                  <a:off x="3215880" y="4318920"/>
                  <a:ext cx="232560" cy="223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" h="622" extrusionOk="0">
                      <a:moveTo>
                        <a:pt x="551" y="0"/>
                      </a:moveTo>
                      <a:lnTo>
                        <a:pt x="549" y="0"/>
                      </a:lnTo>
                      <a:cubicBezTo>
                        <a:pt x="491" y="0"/>
                        <a:pt x="437" y="22"/>
                        <a:pt x="396" y="63"/>
                      </a:cubicBezTo>
                      <a:lnTo>
                        <a:pt x="317" y="142"/>
                      </a:lnTo>
                      <a:cubicBezTo>
                        <a:pt x="278" y="181"/>
                        <a:pt x="227" y="202"/>
                        <a:pt x="172" y="202"/>
                      </a:cubicBezTo>
                      <a:cubicBezTo>
                        <a:pt x="126" y="202"/>
                        <a:pt x="82" y="220"/>
                        <a:pt x="50" y="253"/>
                      </a:cubicBezTo>
                      <a:cubicBezTo>
                        <a:pt x="18" y="285"/>
                        <a:pt x="0" y="328"/>
                        <a:pt x="0" y="375"/>
                      </a:cubicBezTo>
                      <a:lnTo>
                        <a:pt x="0" y="515"/>
                      </a:lnTo>
                      <a:cubicBezTo>
                        <a:pt x="0" y="574"/>
                        <a:pt x="47" y="622"/>
                        <a:pt x="105" y="622"/>
                      </a:cubicBezTo>
                      <a:cubicBezTo>
                        <a:pt x="112" y="622"/>
                        <a:pt x="118" y="621"/>
                        <a:pt x="125" y="620"/>
                      </a:cubicBezTo>
                      <a:cubicBezTo>
                        <a:pt x="385" y="572"/>
                        <a:pt x="589" y="374"/>
                        <a:pt x="644" y="116"/>
                      </a:cubicBezTo>
                      <a:cubicBezTo>
                        <a:pt x="650" y="87"/>
                        <a:pt x="643" y="58"/>
                        <a:pt x="625" y="35"/>
                      </a:cubicBezTo>
                      <a:cubicBezTo>
                        <a:pt x="607" y="13"/>
                        <a:pt x="580" y="0"/>
                        <a:pt x="551" y="0"/>
                      </a:cubicBezTo>
                      <a:moveTo>
                        <a:pt x="551" y="17"/>
                      </a:moveTo>
                      <a:cubicBezTo>
                        <a:pt x="601" y="17"/>
                        <a:pt x="637" y="64"/>
                        <a:pt x="627" y="112"/>
                      </a:cubicBezTo>
                      <a:cubicBezTo>
                        <a:pt x="573" y="361"/>
                        <a:pt x="374" y="556"/>
                        <a:pt x="122" y="603"/>
                      </a:cubicBezTo>
                      <a:cubicBezTo>
                        <a:pt x="116" y="604"/>
                        <a:pt x="111" y="604"/>
                        <a:pt x="105" y="604"/>
                      </a:cubicBezTo>
                      <a:cubicBezTo>
                        <a:pt x="58" y="604"/>
                        <a:pt x="17" y="565"/>
                        <a:pt x="17" y="515"/>
                      </a:cubicBezTo>
                      <a:lnTo>
                        <a:pt x="17" y="375"/>
                      </a:lnTo>
                      <a:cubicBezTo>
                        <a:pt x="17" y="332"/>
                        <a:pt x="34" y="293"/>
                        <a:pt x="63" y="265"/>
                      </a:cubicBezTo>
                      <a:cubicBezTo>
                        <a:pt x="91" y="237"/>
                        <a:pt x="129" y="220"/>
                        <a:pt x="172" y="220"/>
                      </a:cubicBezTo>
                      <a:cubicBezTo>
                        <a:pt x="231" y="220"/>
                        <a:pt x="288" y="196"/>
                        <a:pt x="329" y="155"/>
                      </a:cubicBezTo>
                      <a:lnTo>
                        <a:pt x="409" y="75"/>
                      </a:lnTo>
                      <a:cubicBezTo>
                        <a:pt x="446" y="38"/>
                        <a:pt x="496" y="17"/>
                        <a:pt x="549" y="17"/>
                      </a:cubicBezTo>
                      <a:lnTo>
                        <a:pt x="551" y="1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9" name="Google Shape;609;p26"/>
                <p:cNvSpPr/>
                <p:nvPr/>
              </p:nvSpPr>
              <p:spPr>
                <a:xfrm>
                  <a:off x="2629080" y="3742560"/>
                  <a:ext cx="794160" cy="375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6" h="1044" extrusionOk="0">
                      <a:moveTo>
                        <a:pt x="1804" y="0"/>
                      </a:moveTo>
                      <a:lnTo>
                        <a:pt x="1804" y="0"/>
                      </a:lnTo>
                      <a:cubicBezTo>
                        <a:pt x="1797" y="0"/>
                        <a:pt x="1790" y="1"/>
                        <a:pt x="1782" y="1"/>
                      </a:cubicBezTo>
                      <a:lnTo>
                        <a:pt x="1289" y="38"/>
                      </a:lnTo>
                      <a:cubicBezTo>
                        <a:pt x="1227" y="43"/>
                        <a:pt x="1165" y="45"/>
                        <a:pt x="1103" y="45"/>
                      </a:cubicBezTo>
                      <a:cubicBezTo>
                        <a:pt x="1041" y="45"/>
                        <a:pt x="978" y="43"/>
                        <a:pt x="917" y="38"/>
                      </a:cubicBezTo>
                      <a:lnTo>
                        <a:pt x="424" y="1"/>
                      </a:lnTo>
                      <a:cubicBezTo>
                        <a:pt x="416" y="1"/>
                        <a:pt x="409" y="0"/>
                        <a:pt x="401" y="0"/>
                      </a:cubicBezTo>
                      <a:cubicBezTo>
                        <a:pt x="389" y="0"/>
                        <a:pt x="376" y="1"/>
                        <a:pt x="364" y="3"/>
                      </a:cubicBezTo>
                      <a:cubicBezTo>
                        <a:pt x="266" y="16"/>
                        <a:pt x="185" y="78"/>
                        <a:pt x="157" y="161"/>
                      </a:cubicBezTo>
                      <a:lnTo>
                        <a:pt x="14" y="584"/>
                      </a:lnTo>
                      <a:cubicBezTo>
                        <a:pt x="-10" y="656"/>
                        <a:pt x="-3" y="733"/>
                        <a:pt x="35" y="800"/>
                      </a:cubicBezTo>
                      <a:cubicBezTo>
                        <a:pt x="78" y="878"/>
                        <a:pt x="157" y="935"/>
                        <a:pt x="252" y="958"/>
                      </a:cubicBezTo>
                      <a:cubicBezTo>
                        <a:pt x="266" y="961"/>
                        <a:pt x="280" y="963"/>
                        <a:pt x="291" y="965"/>
                      </a:cubicBezTo>
                      <a:lnTo>
                        <a:pt x="667" y="1015"/>
                      </a:lnTo>
                      <a:cubicBezTo>
                        <a:pt x="811" y="1034"/>
                        <a:pt x="958" y="1044"/>
                        <a:pt x="1103" y="1044"/>
                      </a:cubicBezTo>
                      <a:cubicBezTo>
                        <a:pt x="1248" y="1044"/>
                        <a:pt x="1395" y="1034"/>
                        <a:pt x="1539" y="1015"/>
                      </a:cubicBezTo>
                      <a:lnTo>
                        <a:pt x="1915" y="965"/>
                      </a:lnTo>
                      <a:cubicBezTo>
                        <a:pt x="1928" y="963"/>
                        <a:pt x="1941" y="961"/>
                        <a:pt x="1954" y="957"/>
                      </a:cubicBezTo>
                      <a:cubicBezTo>
                        <a:pt x="2049" y="935"/>
                        <a:pt x="2128" y="877"/>
                        <a:pt x="2172" y="799"/>
                      </a:cubicBezTo>
                      <a:cubicBezTo>
                        <a:pt x="2209" y="732"/>
                        <a:pt x="2216" y="656"/>
                        <a:pt x="2192" y="584"/>
                      </a:cubicBezTo>
                      <a:lnTo>
                        <a:pt x="2049" y="161"/>
                      </a:lnTo>
                      <a:cubicBezTo>
                        <a:pt x="2021" y="78"/>
                        <a:pt x="1940" y="16"/>
                        <a:pt x="1842" y="3"/>
                      </a:cubicBezTo>
                      <a:cubicBezTo>
                        <a:pt x="1830" y="1"/>
                        <a:pt x="1817" y="0"/>
                        <a:pt x="1804" y="0"/>
                      </a:cubicBezTo>
                      <a:moveTo>
                        <a:pt x="1804" y="18"/>
                      </a:moveTo>
                      <a:cubicBezTo>
                        <a:pt x="1816" y="18"/>
                        <a:pt x="1828" y="19"/>
                        <a:pt x="1839" y="20"/>
                      </a:cubicBezTo>
                      <a:cubicBezTo>
                        <a:pt x="1930" y="32"/>
                        <a:pt x="2006" y="88"/>
                        <a:pt x="2032" y="166"/>
                      </a:cubicBezTo>
                      <a:lnTo>
                        <a:pt x="2175" y="590"/>
                      </a:lnTo>
                      <a:cubicBezTo>
                        <a:pt x="2227" y="743"/>
                        <a:pt x="2122" y="900"/>
                        <a:pt x="1950" y="940"/>
                      </a:cubicBezTo>
                      <a:cubicBezTo>
                        <a:pt x="1938" y="943"/>
                        <a:pt x="1925" y="946"/>
                        <a:pt x="1913" y="947"/>
                      </a:cubicBezTo>
                      <a:lnTo>
                        <a:pt x="1536" y="997"/>
                      </a:lnTo>
                      <a:cubicBezTo>
                        <a:pt x="1393" y="1016"/>
                        <a:pt x="1248" y="1026"/>
                        <a:pt x="1103" y="1026"/>
                      </a:cubicBezTo>
                      <a:cubicBezTo>
                        <a:pt x="958" y="1026"/>
                        <a:pt x="813" y="1016"/>
                        <a:pt x="670" y="997"/>
                      </a:cubicBezTo>
                      <a:lnTo>
                        <a:pt x="294" y="947"/>
                      </a:lnTo>
                      <a:cubicBezTo>
                        <a:pt x="281" y="946"/>
                        <a:pt x="268" y="943"/>
                        <a:pt x="256" y="940"/>
                      </a:cubicBezTo>
                      <a:cubicBezTo>
                        <a:pt x="84" y="900"/>
                        <a:pt x="-20" y="743"/>
                        <a:pt x="31" y="590"/>
                      </a:cubicBezTo>
                      <a:lnTo>
                        <a:pt x="174" y="166"/>
                      </a:lnTo>
                      <a:cubicBezTo>
                        <a:pt x="200" y="88"/>
                        <a:pt x="276" y="32"/>
                        <a:pt x="366" y="20"/>
                      </a:cubicBezTo>
                      <a:cubicBezTo>
                        <a:pt x="378" y="19"/>
                        <a:pt x="390" y="18"/>
                        <a:pt x="401" y="18"/>
                      </a:cubicBezTo>
                      <a:cubicBezTo>
                        <a:pt x="408" y="18"/>
                        <a:pt x="415" y="18"/>
                        <a:pt x="422" y="19"/>
                      </a:cubicBezTo>
                      <a:lnTo>
                        <a:pt x="916" y="56"/>
                      </a:lnTo>
                      <a:cubicBezTo>
                        <a:pt x="978" y="60"/>
                        <a:pt x="1040" y="63"/>
                        <a:pt x="1103" y="63"/>
                      </a:cubicBezTo>
                      <a:cubicBezTo>
                        <a:pt x="1165" y="63"/>
                        <a:pt x="1228" y="60"/>
                        <a:pt x="1290" y="56"/>
                      </a:cubicBezTo>
                      <a:lnTo>
                        <a:pt x="1784" y="19"/>
                      </a:lnTo>
                      <a:cubicBezTo>
                        <a:pt x="1791" y="18"/>
                        <a:pt x="1798" y="18"/>
                        <a:pt x="1804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0" name="Google Shape;610;p26"/>
                <p:cNvSpPr/>
                <p:nvPr/>
              </p:nvSpPr>
              <p:spPr>
                <a:xfrm>
                  <a:off x="2755440" y="2976480"/>
                  <a:ext cx="541440" cy="762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4" h="2117" extrusionOk="0">
                      <a:moveTo>
                        <a:pt x="0" y="0"/>
                      </a:moveTo>
                      <a:lnTo>
                        <a:pt x="0" y="50"/>
                      </a:lnTo>
                      <a:lnTo>
                        <a:pt x="0" y="2050"/>
                      </a:lnTo>
                      <a:lnTo>
                        <a:pt x="0" y="2071"/>
                      </a:lnTo>
                      <a:lnTo>
                        <a:pt x="20" y="2068"/>
                      </a:lnTo>
                      <a:cubicBezTo>
                        <a:pt x="31" y="2066"/>
                        <a:pt x="42" y="2065"/>
                        <a:pt x="53" y="2065"/>
                      </a:cubicBezTo>
                      <a:cubicBezTo>
                        <a:pt x="59" y="2065"/>
                        <a:pt x="65" y="2065"/>
                        <a:pt x="72" y="2066"/>
                      </a:cubicBezTo>
                      <a:lnTo>
                        <a:pt x="564" y="2108"/>
                      </a:lnTo>
                      <a:cubicBezTo>
                        <a:pt x="626" y="2114"/>
                        <a:pt x="689" y="2117"/>
                        <a:pt x="752" y="2117"/>
                      </a:cubicBezTo>
                      <a:cubicBezTo>
                        <a:pt x="815" y="2117"/>
                        <a:pt x="878" y="2114"/>
                        <a:pt x="940" y="2108"/>
                      </a:cubicBezTo>
                      <a:lnTo>
                        <a:pt x="1432" y="2066"/>
                      </a:lnTo>
                      <a:cubicBezTo>
                        <a:pt x="1439" y="2065"/>
                        <a:pt x="1445" y="2065"/>
                        <a:pt x="1451" y="2065"/>
                      </a:cubicBezTo>
                      <a:cubicBezTo>
                        <a:pt x="1462" y="2065"/>
                        <a:pt x="1473" y="2066"/>
                        <a:pt x="1484" y="2068"/>
                      </a:cubicBezTo>
                      <a:lnTo>
                        <a:pt x="1504" y="2071"/>
                      </a:lnTo>
                      <a:lnTo>
                        <a:pt x="1504" y="2050"/>
                      </a:lnTo>
                      <a:lnTo>
                        <a:pt x="1504" y="50"/>
                      </a:lnTo>
                      <a:lnTo>
                        <a:pt x="1504" y="0"/>
                      </a:lnTo>
                      <a:lnTo>
                        <a:pt x="1473" y="39"/>
                      </a:lnTo>
                      <a:cubicBezTo>
                        <a:pt x="1438" y="82"/>
                        <a:pt x="1387" y="107"/>
                        <a:pt x="1333" y="107"/>
                      </a:cubicBezTo>
                      <a:cubicBezTo>
                        <a:pt x="1327" y="107"/>
                        <a:pt x="1322" y="107"/>
                        <a:pt x="1317" y="106"/>
                      </a:cubicBezTo>
                      <a:lnTo>
                        <a:pt x="909" y="71"/>
                      </a:lnTo>
                      <a:cubicBezTo>
                        <a:pt x="857" y="66"/>
                        <a:pt x="804" y="64"/>
                        <a:pt x="752" y="64"/>
                      </a:cubicBezTo>
                      <a:cubicBezTo>
                        <a:pt x="700" y="64"/>
                        <a:pt x="647" y="66"/>
                        <a:pt x="595" y="71"/>
                      </a:cubicBezTo>
                      <a:lnTo>
                        <a:pt x="187" y="106"/>
                      </a:lnTo>
                      <a:cubicBezTo>
                        <a:pt x="182" y="107"/>
                        <a:pt x="177" y="107"/>
                        <a:pt x="171" y="107"/>
                      </a:cubicBezTo>
                      <a:cubicBezTo>
                        <a:pt x="117" y="107"/>
                        <a:pt x="66" y="82"/>
                        <a:pt x="31" y="39"/>
                      </a:cubicBezTo>
                      <a:lnTo>
                        <a:pt x="0" y="0"/>
                      </a:lnTo>
                      <a:moveTo>
                        <a:pt x="18" y="50"/>
                      </a:moveTo>
                      <a:cubicBezTo>
                        <a:pt x="54" y="96"/>
                        <a:pt x="111" y="124"/>
                        <a:pt x="171" y="124"/>
                      </a:cubicBezTo>
                      <a:cubicBezTo>
                        <a:pt x="177" y="124"/>
                        <a:pt x="183" y="124"/>
                        <a:pt x="189" y="124"/>
                      </a:cubicBezTo>
                      <a:lnTo>
                        <a:pt x="597" y="88"/>
                      </a:lnTo>
                      <a:cubicBezTo>
                        <a:pt x="648" y="84"/>
                        <a:pt x="700" y="82"/>
                        <a:pt x="752" y="82"/>
                      </a:cubicBezTo>
                      <a:cubicBezTo>
                        <a:pt x="804" y="82"/>
                        <a:pt x="856" y="84"/>
                        <a:pt x="907" y="88"/>
                      </a:cubicBezTo>
                      <a:lnTo>
                        <a:pt x="1315" y="124"/>
                      </a:lnTo>
                      <a:cubicBezTo>
                        <a:pt x="1321" y="124"/>
                        <a:pt x="1327" y="124"/>
                        <a:pt x="1333" y="124"/>
                      </a:cubicBezTo>
                      <a:cubicBezTo>
                        <a:pt x="1394" y="124"/>
                        <a:pt x="1450" y="96"/>
                        <a:pt x="1486" y="50"/>
                      </a:cubicBezTo>
                      <a:lnTo>
                        <a:pt x="1486" y="2050"/>
                      </a:lnTo>
                      <a:cubicBezTo>
                        <a:pt x="1475" y="2048"/>
                        <a:pt x="1463" y="2048"/>
                        <a:pt x="1451" y="2048"/>
                      </a:cubicBezTo>
                      <a:cubicBezTo>
                        <a:pt x="1445" y="2048"/>
                        <a:pt x="1438" y="2048"/>
                        <a:pt x="1431" y="2048"/>
                      </a:cubicBezTo>
                      <a:lnTo>
                        <a:pt x="939" y="2091"/>
                      </a:lnTo>
                      <a:cubicBezTo>
                        <a:pt x="877" y="2096"/>
                        <a:pt x="814" y="2099"/>
                        <a:pt x="752" y="2099"/>
                      </a:cubicBezTo>
                      <a:cubicBezTo>
                        <a:pt x="690" y="2099"/>
                        <a:pt x="627" y="2096"/>
                        <a:pt x="565" y="2091"/>
                      </a:cubicBezTo>
                      <a:lnTo>
                        <a:pt x="73" y="2048"/>
                      </a:lnTo>
                      <a:cubicBezTo>
                        <a:pt x="66" y="2048"/>
                        <a:pt x="60" y="2048"/>
                        <a:pt x="53" y="2048"/>
                      </a:cubicBezTo>
                      <a:cubicBezTo>
                        <a:pt x="41" y="2048"/>
                        <a:pt x="29" y="2048"/>
                        <a:pt x="18" y="2050"/>
                      </a:cubicBezTo>
                      <a:lnTo>
                        <a:pt x="18" y="5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" name="Google Shape;611;p26"/>
                <p:cNvSpPr/>
                <p:nvPr/>
              </p:nvSpPr>
              <p:spPr>
                <a:xfrm>
                  <a:off x="231948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93" y="0"/>
                      </a:moveTo>
                      <a:lnTo>
                        <a:pt x="475" y="0"/>
                      </a:lnTo>
                      <a:lnTo>
                        <a:pt x="85" y="0"/>
                      </a:lnTo>
                      <a:cubicBezTo>
                        <a:pt x="62" y="0"/>
                        <a:pt x="40" y="10"/>
                        <a:pt x="24" y="25"/>
                      </a:cubicBezTo>
                      <a:cubicBezTo>
                        <a:pt x="8" y="42"/>
                        <a:pt x="0" y="63"/>
                        <a:pt x="0" y="86"/>
                      </a:cubicBezTo>
                      <a:cubicBezTo>
                        <a:pt x="0" y="115"/>
                        <a:pt x="14" y="142"/>
                        <a:pt x="39" y="158"/>
                      </a:cubicBezTo>
                      <a:lnTo>
                        <a:pt x="183" y="250"/>
                      </a:lnTo>
                      <a:cubicBezTo>
                        <a:pt x="270" y="305"/>
                        <a:pt x="371" y="335"/>
                        <a:pt x="475" y="335"/>
                      </a:cubicBezTo>
                      <a:lnTo>
                        <a:pt x="493" y="335"/>
                      </a:lnTo>
                      <a:lnTo>
                        <a:pt x="493" y="317"/>
                      </a:lnTo>
                      <a:lnTo>
                        <a:pt x="493" y="18"/>
                      </a:lnTo>
                      <a:lnTo>
                        <a:pt x="493" y="0"/>
                      </a:lnTo>
                      <a:moveTo>
                        <a:pt x="475" y="18"/>
                      </a:moveTo>
                      <a:lnTo>
                        <a:pt x="475" y="317"/>
                      </a:lnTo>
                      <a:cubicBezTo>
                        <a:pt x="375" y="317"/>
                        <a:pt x="277" y="289"/>
                        <a:pt x="192" y="235"/>
                      </a:cubicBezTo>
                      <a:lnTo>
                        <a:pt x="49" y="143"/>
                      </a:lnTo>
                      <a:cubicBezTo>
                        <a:pt x="29" y="131"/>
                        <a:pt x="17" y="109"/>
                        <a:pt x="17" y="86"/>
                      </a:cubicBezTo>
                      <a:cubicBezTo>
                        <a:pt x="17" y="67"/>
                        <a:pt x="25" y="50"/>
                        <a:pt x="37" y="38"/>
                      </a:cubicBezTo>
                      <a:cubicBezTo>
                        <a:pt x="49" y="25"/>
                        <a:pt x="67" y="18"/>
                        <a:pt x="85" y="18"/>
                      </a:cubicBezTo>
                      <a:lnTo>
                        <a:pt x="475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2" name="Google Shape;612;p26"/>
                <p:cNvSpPr/>
                <p:nvPr/>
              </p:nvSpPr>
              <p:spPr>
                <a:xfrm>
                  <a:off x="3555000" y="3896280"/>
                  <a:ext cx="177480" cy="12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" h="335" extrusionOk="0">
                      <a:moveTo>
                        <a:pt x="408" y="0"/>
                      </a:move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317"/>
                      </a:lnTo>
                      <a:lnTo>
                        <a:pt x="0" y="335"/>
                      </a:lnTo>
                      <a:lnTo>
                        <a:pt x="17" y="335"/>
                      </a:lnTo>
                      <a:cubicBezTo>
                        <a:pt x="121" y="335"/>
                        <a:pt x="223" y="305"/>
                        <a:pt x="310" y="250"/>
                      </a:cubicBezTo>
                      <a:lnTo>
                        <a:pt x="454" y="158"/>
                      </a:lnTo>
                      <a:cubicBezTo>
                        <a:pt x="479" y="142"/>
                        <a:pt x="493" y="115"/>
                        <a:pt x="493" y="86"/>
                      </a:cubicBezTo>
                      <a:cubicBezTo>
                        <a:pt x="493" y="63"/>
                        <a:pt x="484" y="41"/>
                        <a:pt x="468" y="25"/>
                      </a:cubicBezTo>
                      <a:cubicBezTo>
                        <a:pt x="452" y="9"/>
                        <a:pt x="431" y="0"/>
                        <a:pt x="408" y="0"/>
                      </a:cubicBezTo>
                      <a:moveTo>
                        <a:pt x="408" y="18"/>
                      </a:moveTo>
                      <a:cubicBezTo>
                        <a:pt x="427" y="18"/>
                        <a:pt x="444" y="25"/>
                        <a:pt x="456" y="38"/>
                      </a:cubicBezTo>
                      <a:cubicBezTo>
                        <a:pt x="468" y="50"/>
                        <a:pt x="476" y="67"/>
                        <a:pt x="476" y="86"/>
                      </a:cubicBezTo>
                      <a:cubicBezTo>
                        <a:pt x="476" y="109"/>
                        <a:pt x="464" y="131"/>
                        <a:pt x="444" y="143"/>
                      </a:cubicBezTo>
                      <a:lnTo>
                        <a:pt x="301" y="235"/>
                      </a:lnTo>
                      <a:cubicBezTo>
                        <a:pt x="216" y="289"/>
                        <a:pt x="118" y="317"/>
                        <a:pt x="17" y="317"/>
                      </a:cubicBezTo>
                      <a:lnTo>
                        <a:pt x="17" y="18"/>
                      </a:lnTo>
                      <a:lnTo>
                        <a:pt x="408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3" name="Google Shape;613;p26"/>
                <p:cNvSpPr/>
                <p:nvPr/>
              </p:nvSpPr>
              <p:spPr>
                <a:xfrm>
                  <a:off x="251352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686" y="5560"/>
                      </a:moveTo>
                      <a:cubicBezTo>
                        <a:pt x="681" y="5560"/>
                        <a:pt x="677" y="5559"/>
                        <a:pt x="673" y="5558"/>
                      </a:cubicBezTo>
                      <a:cubicBezTo>
                        <a:pt x="427" y="5513"/>
                        <a:pt x="234" y="5326"/>
                        <a:pt x="182" y="5081"/>
                      </a:cubicBezTo>
                      <a:cubicBezTo>
                        <a:pt x="178" y="5063"/>
                        <a:pt x="182" y="5045"/>
                        <a:pt x="194" y="5030"/>
                      </a:cubicBezTo>
                      <a:cubicBezTo>
                        <a:pt x="205" y="5016"/>
                        <a:pt x="222" y="5008"/>
                        <a:pt x="240" y="5008"/>
                      </a:cubicBezTo>
                      <a:lnTo>
                        <a:pt x="242" y="5008"/>
                      </a:lnTo>
                      <a:cubicBezTo>
                        <a:pt x="291" y="5008"/>
                        <a:pt x="336" y="5027"/>
                        <a:pt x="370" y="5061"/>
                      </a:cubicBezTo>
                      <a:lnTo>
                        <a:pt x="449" y="5140"/>
                      </a:lnTo>
                      <a:cubicBezTo>
                        <a:pt x="495" y="5185"/>
                        <a:pt x="555" y="5210"/>
                        <a:pt x="619" y="5210"/>
                      </a:cubicBezTo>
                      <a:cubicBezTo>
                        <a:pt x="655" y="5210"/>
                        <a:pt x="690" y="5225"/>
                        <a:pt x="716" y="5251"/>
                      </a:cubicBezTo>
                      <a:cubicBezTo>
                        <a:pt x="742" y="5276"/>
                        <a:pt x="756" y="5311"/>
                        <a:pt x="756" y="5348"/>
                      </a:cubicBezTo>
                      <a:lnTo>
                        <a:pt x="756" y="5488"/>
                      </a:lnTo>
                      <a:cubicBezTo>
                        <a:pt x="756" y="5527"/>
                        <a:pt x="725" y="5560"/>
                        <a:pt x="686" y="5560"/>
                      </a:cubicBezTo>
                      <a:moveTo>
                        <a:pt x="189" y="3590"/>
                      </a:moveTo>
                      <a:cubicBezTo>
                        <a:pt x="188" y="3590"/>
                        <a:pt x="182" y="3589"/>
                        <a:pt x="182" y="3583"/>
                      </a:cubicBezTo>
                      <a:lnTo>
                        <a:pt x="182" y="956"/>
                      </a:lnTo>
                      <a:cubicBezTo>
                        <a:pt x="182" y="950"/>
                        <a:pt x="188" y="950"/>
                        <a:pt x="189" y="950"/>
                      </a:cubicBezTo>
                      <a:cubicBezTo>
                        <a:pt x="194" y="950"/>
                        <a:pt x="195" y="953"/>
                        <a:pt x="195" y="954"/>
                      </a:cubicBezTo>
                      <a:lnTo>
                        <a:pt x="196" y="956"/>
                      </a:lnTo>
                      <a:lnTo>
                        <a:pt x="196" y="958"/>
                      </a:lnTo>
                      <a:lnTo>
                        <a:pt x="425" y="1406"/>
                      </a:lnTo>
                      <a:cubicBezTo>
                        <a:pt x="432" y="1442"/>
                        <a:pt x="437" y="1798"/>
                        <a:pt x="437" y="1851"/>
                      </a:cubicBezTo>
                      <a:lnTo>
                        <a:pt x="437" y="2751"/>
                      </a:lnTo>
                      <a:cubicBezTo>
                        <a:pt x="437" y="2783"/>
                        <a:pt x="432" y="2814"/>
                        <a:pt x="423" y="2843"/>
                      </a:cubicBezTo>
                      <a:lnTo>
                        <a:pt x="195" y="3585"/>
                      </a:lnTo>
                      <a:cubicBezTo>
                        <a:pt x="195" y="3586"/>
                        <a:pt x="194" y="3590"/>
                        <a:pt x="189" y="3590"/>
                      </a:cubicBezTo>
                      <a:moveTo>
                        <a:pt x="1336" y="0"/>
                      </a:moveTo>
                      <a:lnTo>
                        <a:pt x="1318" y="0"/>
                      </a:lnTo>
                      <a:cubicBezTo>
                        <a:pt x="1086" y="0"/>
                        <a:pt x="855" y="26"/>
                        <a:pt x="630" y="78"/>
                      </a:cubicBezTo>
                      <a:lnTo>
                        <a:pt x="472" y="114"/>
                      </a:lnTo>
                      <a:cubicBezTo>
                        <a:pt x="194" y="178"/>
                        <a:pt x="0" y="421"/>
                        <a:pt x="0" y="706"/>
                      </a:cubicBezTo>
                      <a:lnTo>
                        <a:pt x="0" y="3817"/>
                      </a:lnTo>
                      <a:lnTo>
                        <a:pt x="0" y="4116"/>
                      </a:lnTo>
                      <a:lnTo>
                        <a:pt x="0" y="4936"/>
                      </a:lnTo>
                      <a:cubicBezTo>
                        <a:pt x="0" y="5376"/>
                        <a:pt x="358" y="5733"/>
                        <a:pt x="797" y="5733"/>
                      </a:cubicBezTo>
                      <a:lnTo>
                        <a:pt x="1318" y="5733"/>
                      </a:lnTo>
                      <a:lnTo>
                        <a:pt x="1336" y="5733"/>
                      </a:lnTo>
                      <a:lnTo>
                        <a:pt x="1336" y="5715"/>
                      </a:lnTo>
                      <a:lnTo>
                        <a:pt x="1336" y="5577"/>
                      </a:lnTo>
                      <a:lnTo>
                        <a:pt x="1336" y="5559"/>
                      </a:lnTo>
                      <a:lnTo>
                        <a:pt x="1318" y="5559"/>
                      </a:lnTo>
                      <a:lnTo>
                        <a:pt x="1019" y="5559"/>
                      </a:lnTo>
                      <a:cubicBezTo>
                        <a:pt x="995" y="5559"/>
                        <a:pt x="975" y="5540"/>
                        <a:pt x="975" y="5516"/>
                      </a:cubicBezTo>
                      <a:cubicBezTo>
                        <a:pt x="975" y="5492"/>
                        <a:pt x="995" y="5472"/>
                        <a:pt x="1019" y="5472"/>
                      </a:cubicBezTo>
                      <a:lnTo>
                        <a:pt x="1318" y="5472"/>
                      </a:lnTo>
                      <a:lnTo>
                        <a:pt x="1336" y="5472"/>
                      </a:lnTo>
                      <a:lnTo>
                        <a:pt x="1336" y="5455"/>
                      </a:lnTo>
                      <a:lnTo>
                        <a:pt x="1336" y="4936"/>
                      </a:lnTo>
                      <a:lnTo>
                        <a:pt x="1336" y="4919"/>
                      </a:lnTo>
                      <a:lnTo>
                        <a:pt x="1318" y="4919"/>
                      </a:lnTo>
                      <a:lnTo>
                        <a:pt x="860" y="4919"/>
                      </a:lnTo>
                      <a:cubicBezTo>
                        <a:pt x="657" y="4919"/>
                        <a:pt x="491" y="4753"/>
                        <a:pt x="491" y="4550"/>
                      </a:cubicBezTo>
                      <a:lnTo>
                        <a:pt x="491" y="4351"/>
                      </a:lnTo>
                      <a:lnTo>
                        <a:pt x="491" y="4338"/>
                      </a:lnTo>
                      <a:lnTo>
                        <a:pt x="478" y="4334"/>
                      </a:lnTo>
                      <a:cubicBezTo>
                        <a:pt x="399" y="4313"/>
                        <a:pt x="333" y="4261"/>
                        <a:pt x="293" y="4189"/>
                      </a:cubicBezTo>
                      <a:cubicBezTo>
                        <a:pt x="253" y="4117"/>
                        <a:pt x="243" y="4033"/>
                        <a:pt x="266" y="3954"/>
                      </a:cubicBezTo>
                      <a:lnTo>
                        <a:pt x="409" y="3467"/>
                      </a:lnTo>
                      <a:cubicBezTo>
                        <a:pt x="432" y="3385"/>
                        <a:pt x="502" y="3324"/>
                        <a:pt x="586" y="3312"/>
                      </a:cubicBezTo>
                      <a:lnTo>
                        <a:pt x="602" y="3309"/>
                      </a:lnTo>
                      <a:lnTo>
                        <a:pt x="602" y="3294"/>
                      </a:lnTo>
                      <a:lnTo>
                        <a:pt x="602" y="1223"/>
                      </a:lnTo>
                      <a:lnTo>
                        <a:pt x="602" y="1217"/>
                      </a:lnTo>
                      <a:lnTo>
                        <a:pt x="598" y="1212"/>
                      </a:lnTo>
                      <a:cubicBezTo>
                        <a:pt x="586" y="1194"/>
                        <a:pt x="499" y="960"/>
                        <a:pt x="447" y="817"/>
                      </a:cubicBezTo>
                      <a:cubicBezTo>
                        <a:pt x="427" y="749"/>
                        <a:pt x="438" y="674"/>
                        <a:pt x="477" y="613"/>
                      </a:cubicBezTo>
                      <a:cubicBezTo>
                        <a:pt x="516" y="552"/>
                        <a:pt x="579" y="511"/>
                        <a:pt x="651" y="500"/>
                      </a:cubicBezTo>
                      <a:lnTo>
                        <a:pt x="962" y="452"/>
                      </a:lnTo>
                      <a:cubicBezTo>
                        <a:pt x="1080" y="434"/>
                        <a:pt x="1200" y="425"/>
                        <a:pt x="1318" y="425"/>
                      </a:cubicBezTo>
                      <a:lnTo>
                        <a:pt x="1336" y="425"/>
                      </a:lnTo>
                      <a:lnTo>
                        <a:pt x="1336" y="407"/>
                      </a:lnTo>
                      <a:lnTo>
                        <a:pt x="1336" y="18"/>
                      </a:lnTo>
                      <a:lnTo>
                        <a:pt x="1336" y="0"/>
                      </a:lnTo>
                      <a:moveTo>
                        <a:pt x="686" y="5577"/>
                      </a:moveTo>
                      <a:cubicBezTo>
                        <a:pt x="733" y="5577"/>
                        <a:pt x="774" y="5538"/>
                        <a:pt x="774" y="5488"/>
                      </a:cubicBezTo>
                      <a:lnTo>
                        <a:pt x="774" y="5348"/>
                      </a:lnTo>
                      <a:cubicBezTo>
                        <a:pt x="774" y="5305"/>
                        <a:pt x="757" y="5266"/>
                        <a:pt x="729" y="5238"/>
                      </a:cubicBezTo>
                      <a:cubicBezTo>
                        <a:pt x="700" y="5210"/>
                        <a:pt x="661" y="5193"/>
                        <a:pt x="619" y="5193"/>
                      </a:cubicBezTo>
                      <a:cubicBezTo>
                        <a:pt x="560" y="5193"/>
                        <a:pt x="503" y="5169"/>
                        <a:pt x="462" y="5128"/>
                      </a:cubicBezTo>
                      <a:lnTo>
                        <a:pt x="383" y="5048"/>
                      </a:lnTo>
                      <a:cubicBezTo>
                        <a:pt x="346" y="5011"/>
                        <a:pt x="295" y="4990"/>
                        <a:pt x="242" y="4990"/>
                      </a:cubicBezTo>
                      <a:lnTo>
                        <a:pt x="240" y="4990"/>
                      </a:lnTo>
                      <a:cubicBezTo>
                        <a:pt x="191" y="4990"/>
                        <a:pt x="154" y="5037"/>
                        <a:pt x="164" y="5085"/>
                      </a:cubicBezTo>
                      <a:cubicBezTo>
                        <a:pt x="218" y="5334"/>
                        <a:pt x="417" y="5529"/>
                        <a:pt x="670" y="5576"/>
                      </a:cubicBezTo>
                      <a:cubicBezTo>
                        <a:pt x="675" y="5577"/>
                        <a:pt x="680" y="5577"/>
                        <a:pt x="686" y="5577"/>
                      </a:cubicBezTo>
                      <a:moveTo>
                        <a:pt x="189" y="3607"/>
                      </a:moveTo>
                      <a:cubicBezTo>
                        <a:pt x="199" y="3607"/>
                        <a:pt x="208" y="3602"/>
                        <a:pt x="212" y="3590"/>
                      </a:cubicBezTo>
                      <a:lnTo>
                        <a:pt x="440" y="2848"/>
                      </a:lnTo>
                      <a:cubicBezTo>
                        <a:pt x="450" y="2817"/>
                        <a:pt x="454" y="2784"/>
                        <a:pt x="454" y="2751"/>
                      </a:cubicBezTo>
                      <a:lnTo>
                        <a:pt x="454" y="1851"/>
                      </a:lnTo>
                      <a:cubicBezTo>
                        <a:pt x="454" y="1820"/>
                        <a:pt x="451" y="1429"/>
                        <a:pt x="442" y="1400"/>
                      </a:cubicBezTo>
                      <a:lnTo>
                        <a:pt x="212" y="950"/>
                      </a:lnTo>
                      <a:cubicBezTo>
                        <a:pt x="209" y="938"/>
                        <a:pt x="199" y="932"/>
                        <a:pt x="189" y="932"/>
                      </a:cubicBezTo>
                      <a:cubicBezTo>
                        <a:pt x="177" y="932"/>
                        <a:pt x="165" y="941"/>
                        <a:pt x="165" y="956"/>
                      </a:cubicBezTo>
                      <a:lnTo>
                        <a:pt x="165" y="3583"/>
                      </a:lnTo>
                      <a:cubicBezTo>
                        <a:pt x="165" y="3599"/>
                        <a:pt x="177" y="3607"/>
                        <a:pt x="189" y="3607"/>
                      </a:cubicBezTo>
                      <a:moveTo>
                        <a:pt x="1318" y="18"/>
                      </a:moveTo>
                      <a:lnTo>
                        <a:pt x="1318" y="407"/>
                      </a:lnTo>
                      <a:lnTo>
                        <a:pt x="1318" y="407"/>
                      </a:lnTo>
                      <a:cubicBezTo>
                        <a:pt x="1198" y="407"/>
                        <a:pt x="1078" y="417"/>
                        <a:pt x="960" y="435"/>
                      </a:cubicBezTo>
                      <a:lnTo>
                        <a:pt x="648" y="482"/>
                      </a:lnTo>
                      <a:cubicBezTo>
                        <a:pt x="488" y="507"/>
                        <a:pt x="385" y="667"/>
                        <a:pt x="431" y="823"/>
                      </a:cubicBezTo>
                      <a:cubicBezTo>
                        <a:pt x="431" y="823"/>
                        <a:pt x="568" y="1204"/>
                        <a:pt x="584" y="1223"/>
                      </a:cubicBezTo>
                      <a:lnTo>
                        <a:pt x="584" y="3294"/>
                      </a:lnTo>
                      <a:cubicBezTo>
                        <a:pt x="494" y="3308"/>
                        <a:pt x="418" y="3372"/>
                        <a:pt x="392" y="3462"/>
                      </a:cubicBezTo>
                      <a:lnTo>
                        <a:pt x="249" y="3949"/>
                      </a:lnTo>
                      <a:cubicBezTo>
                        <a:pt x="198" y="4124"/>
                        <a:pt x="302" y="4304"/>
                        <a:pt x="474" y="4351"/>
                      </a:cubicBezTo>
                      <a:lnTo>
                        <a:pt x="474" y="4550"/>
                      </a:lnTo>
                      <a:cubicBezTo>
                        <a:pt x="474" y="4763"/>
                        <a:pt x="647" y="4936"/>
                        <a:pt x="860" y="4936"/>
                      </a:cubicBezTo>
                      <a:lnTo>
                        <a:pt x="1318" y="4936"/>
                      </a:lnTo>
                      <a:lnTo>
                        <a:pt x="1318" y="5455"/>
                      </a:lnTo>
                      <a:lnTo>
                        <a:pt x="1019" y="5455"/>
                      </a:lnTo>
                      <a:cubicBezTo>
                        <a:pt x="985" y="5455"/>
                        <a:pt x="958" y="5482"/>
                        <a:pt x="958" y="5516"/>
                      </a:cubicBezTo>
                      <a:cubicBezTo>
                        <a:pt x="958" y="5550"/>
                        <a:pt x="985" y="5577"/>
                        <a:pt x="1019" y="5577"/>
                      </a:cubicBezTo>
                      <a:lnTo>
                        <a:pt x="1318" y="5577"/>
                      </a:lnTo>
                      <a:lnTo>
                        <a:pt x="1318" y="5715"/>
                      </a:lnTo>
                      <a:lnTo>
                        <a:pt x="797" y="5715"/>
                      </a:lnTo>
                      <a:cubicBezTo>
                        <a:pt x="367" y="5715"/>
                        <a:pt x="18" y="5366"/>
                        <a:pt x="18" y="4936"/>
                      </a:cubicBezTo>
                      <a:lnTo>
                        <a:pt x="18" y="4116"/>
                      </a:lnTo>
                      <a:lnTo>
                        <a:pt x="18" y="3817"/>
                      </a:lnTo>
                      <a:lnTo>
                        <a:pt x="18" y="706"/>
                      </a:lnTo>
                      <a:cubicBezTo>
                        <a:pt x="18" y="431"/>
                        <a:pt x="208" y="193"/>
                        <a:pt x="476" y="131"/>
                      </a:cubicBezTo>
                      <a:lnTo>
                        <a:pt x="634" y="95"/>
                      </a:lnTo>
                      <a:cubicBezTo>
                        <a:pt x="859" y="43"/>
                        <a:pt x="1089" y="18"/>
                        <a:pt x="1318" y="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4" name="Google Shape;614;p26"/>
                <p:cNvSpPr/>
                <p:nvPr/>
              </p:nvSpPr>
              <p:spPr>
                <a:xfrm>
                  <a:off x="3057840" y="2528640"/>
                  <a:ext cx="480960" cy="2063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5733" extrusionOk="0">
                      <a:moveTo>
                        <a:pt x="840" y="1442"/>
                      </a:moveTo>
                      <a:lnTo>
                        <a:pt x="1069" y="993"/>
                      </a:lnTo>
                      <a:lnTo>
                        <a:pt x="1070" y="991"/>
                      </a:lnTo>
                      <a:lnTo>
                        <a:pt x="1070" y="990"/>
                      </a:lnTo>
                      <a:cubicBezTo>
                        <a:pt x="1071" y="989"/>
                        <a:pt x="1072" y="985"/>
                        <a:pt x="1076" y="985"/>
                      </a:cubicBezTo>
                      <a:cubicBezTo>
                        <a:pt x="1078" y="985"/>
                        <a:pt x="1083" y="986"/>
                        <a:pt x="1083" y="992"/>
                      </a:cubicBezTo>
                      <a:lnTo>
                        <a:pt x="1083" y="3618"/>
                      </a:lnTo>
                      <a:cubicBezTo>
                        <a:pt x="1083" y="3624"/>
                        <a:pt x="1078" y="3625"/>
                        <a:pt x="1076" y="3625"/>
                      </a:cubicBezTo>
                      <a:cubicBezTo>
                        <a:pt x="1072" y="3625"/>
                        <a:pt x="1071" y="3622"/>
                        <a:pt x="1071" y="3620"/>
                      </a:cubicBezTo>
                      <a:lnTo>
                        <a:pt x="842" y="2878"/>
                      </a:lnTo>
                      <a:cubicBezTo>
                        <a:pt x="833" y="2848"/>
                        <a:pt x="829" y="2817"/>
                        <a:pt x="829" y="2787"/>
                      </a:cubicBezTo>
                      <a:lnTo>
                        <a:pt x="829" y="1525"/>
                      </a:lnTo>
                      <a:cubicBezTo>
                        <a:pt x="829" y="1497"/>
                        <a:pt x="833" y="1469"/>
                        <a:pt x="840" y="1442"/>
                      </a:cubicBezTo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407"/>
                      </a:lnTo>
                      <a:lnTo>
                        <a:pt x="0" y="425"/>
                      </a:lnTo>
                      <a:lnTo>
                        <a:pt x="18" y="425"/>
                      </a:lnTo>
                      <a:cubicBezTo>
                        <a:pt x="136" y="425"/>
                        <a:pt x="256" y="434"/>
                        <a:pt x="374" y="452"/>
                      </a:cubicBezTo>
                      <a:lnTo>
                        <a:pt x="685" y="500"/>
                      </a:lnTo>
                      <a:cubicBezTo>
                        <a:pt x="757" y="511"/>
                        <a:pt x="820" y="552"/>
                        <a:pt x="859" y="613"/>
                      </a:cubicBezTo>
                      <a:cubicBezTo>
                        <a:pt x="898" y="674"/>
                        <a:pt x="909" y="749"/>
                        <a:pt x="888" y="818"/>
                      </a:cubicBezTo>
                      <a:cubicBezTo>
                        <a:pt x="837" y="960"/>
                        <a:pt x="750" y="1194"/>
                        <a:pt x="738" y="1213"/>
                      </a:cubicBezTo>
                      <a:lnTo>
                        <a:pt x="735" y="1218"/>
                      </a:lnTo>
                      <a:lnTo>
                        <a:pt x="734" y="1224"/>
                      </a:lnTo>
                      <a:lnTo>
                        <a:pt x="734" y="3294"/>
                      </a:lnTo>
                      <a:lnTo>
                        <a:pt x="734" y="3309"/>
                      </a:lnTo>
                      <a:lnTo>
                        <a:pt x="750" y="3312"/>
                      </a:lnTo>
                      <a:cubicBezTo>
                        <a:pt x="834" y="3324"/>
                        <a:pt x="904" y="3385"/>
                        <a:pt x="927" y="3467"/>
                      </a:cubicBezTo>
                      <a:lnTo>
                        <a:pt x="1070" y="3954"/>
                      </a:lnTo>
                      <a:cubicBezTo>
                        <a:pt x="1093" y="4033"/>
                        <a:pt x="1084" y="4116"/>
                        <a:pt x="1043" y="4188"/>
                      </a:cubicBezTo>
                      <a:cubicBezTo>
                        <a:pt x="1003" y="4261"/>
                        <a:pt x="937" y="4312"/>
                        <a:pt x="858" y="4334"/>
                      </a:cubicBezTo>
                      <a:lnTo>
                        <a:pt x="845" y="4338"/>
                      </a:lnTo>
                      <a:lnTo>
                        <a:pt x="845" y="4351"/>
                      </a:lnTo>
                      <a:lnTo>
                        <a:pt x="845" y="4550"/>
                      </a:lnTo>
                      <a:cubicBezTo>
                        <a:pt x="845" y="4753"/>
                        <a:pt x="679" y="4919"/>
                        <a:pt x="476" y="4919"/>
                      </a:cubicBezTo>
                      <a:lnTo>
                        <a:pt x="18" y="4919"/>
                      </a:lnTo>
                      <a:lnTo>
                        <a:pt x="0" y="4919"/>
                      </a:lnTo>
                      <a:lnTo>
                        <a:pt x="0" y="4936"/>
                      </a:lnTo>
                      <a:lnTo>
                        <a:pt x="0" y="5455"/>
                      </a:lnTo>
                      <a:lnTo>
                        <a:pt x="0" y="5472"/>
                      </a:lnTo>
                      <a:lnTo>
                        <a:pt x="18" y="5472"/>
                      </a:lnTo>
                      <a:lnTo>
                        <a:pt x="317" y="5472"/>
                      </a:lnTo>
                      <a:cubicBezTo>
                        <a:pt x="341" y="5472"/>
                        <a:pt x="361" y="5492"/>
                        <a:pt x="361" y="5516"/>
                      </a:cubicBezTo>
                      <a:cubicBezTo>
                        <a:pt x="361" y="5540"/>
                        <a:pt x="341" y="5559"/>
                        <a:pt x="317" y="5559"/>
                      </a:cubicBezTo>
                      <a:lnTo>
                        <a:pt x="18" y="5559"/>
                      </a:lnTo>
                      <a:lnTo>
                        <a:pt x="0" y="5559"/>
                      </a:lnTo>
                      <a:lnTo>
                        <a:pt x="0" y="5577"/>
                      </a:lnTo>
                      <a:lnTo>
                        <a:pt x="0" y="5715"/>
                      </a:lnTo>
                      <a:lnTo>
                        <a:pt x="0" y="5733"/>
                      </a:lnTo>
                      <a:lnTo>
                        <a:pt x="18" y="5733"/>
                      </a:lnTo>
                      <a:lnTo>
                        <a:pt x="539" y="5733"/>
                      </a:lnTo>
                      <a:cubicBezTo>
                        <a:pt x="979" y="5733"/>
                        <a:pt x="1336" y="5375"/>
                        <a:pt x="1336" y="4936"/>
                      </a:cubicBezTo>
                      <a:lnTo>
                        <a:pt x="1336" y="4116"/>
                      </a:lnTo>
                      <a:lnTo>
                        <a:pt x="1336" y="3817"/>
                      </a:lnTo>
                      <a:lnTo>
                        <a:pt x="1336" y="706"/>
                      </a:lnTo>
                      <a:cubicBezTo>
                        <a:pt x="1336" y="421"/>
                        <a:pt x="1142" y="178"/>
                        <a:pt x="864" y="114"/>
                      </a:cubicBezTo>
                      <a:lnTo>
                        <a:pt x="706" y="78"/>
                      </a:lnTo>
                      <a:cubicBezTo>
                        <a:pt x="482" y="26"/>
                        <a:pt x="250" y="0"/>
                        <a:pt x="18" y="0"/>
                      </a:cubicBezTo>
                      <a:moveTo>
                        <a:pt x="1076" y="3643"/>
                      </a:moveTo>
                      <a:cubicBezTo>
                        <a:pt x="1089" y="3643"/>
                        <a:pt x="1101" y="3634"/>
                        <a:pt x="1101" y="3618"/>
                      </a:cubicBezTo>
                      <a:lnTo>
                        <a:pt x="1101" y="992"/>
                      </a:lnTo>
                      <a:cubicBezTo>
                        <a:pt x="1101" y="976"/>
                        <a:pt x="1088" y="968"/>
                        <a:pt x="1076" y="968"/>
                      </a:cubicBezTo>
                      <a:cubicBezTo>
                        <a:pt x="1067" y="968"/>
                        <a:pt x="1057" y="973"/>
                        <a:pt x="1053" y="985"/>
                      </a:cubicBezTo>
                      <a:lnTo>
                        <a:pt x="823" y="1435"/>
                      </a:lnTo>
                      <a:cubicBezTo>
                        <a:pt x="815" y="1465"/>
                        <a:pt x="811" y="1495"/>
                        <a:pt x="811" y="1525"/>
                      </a:cubicBezTo>
                      <a:lnTo>
                        <a:pt x="811" y="2787"/>
                      </a:lnTo>
                      <a:cubicBezTo>
                        <a:pt x="811" y="2819"/>
                        <a:pt x="816" y="2852"/>
                        <a:pt x="826" y="2883"/>
                      </a:cubicBezTo>
                      <a:lnTo>
                        <a:pt x="1054" y="3626"/>
                      </a:lnTo>
                      <a:cubicBezTo>
                        <a:pt x="1057" y="3637"/>
                        <a:pt x="1067" y="3643"/>
                        <a:pt x="1076" y="3643"/>
                      </a:cubicBezTo>
                      <a:moveTo>
                        <a:pt x="18" y="18"/>
                      </a:moveTo>
                      <a:cubicBezTo>
                        <a:pt x="247" y="18"/>
                        <a:pt x="477" y="43"/>
                        <a:pt x="702" y="95"/>
                      </a:cubicBezTo>
                      <a:lnTo>
                        <a:pt x="860" y="131"/>
                      </a:lnTo>
                      <a:cubicBezTo>
                        <a:pt x="1129" y="193"/>
                        <a:pt x="1318" y="431"/>
                        <a:pt x="1318" y="706"/>
                      </a:cubicBezTo>
                      <a:lnTo>
                        <a:pt x="1318" y="3817"/>
                      </a:lnTo>
                      <a:lnTo>
                        <a:pt x="1318" y="4116"/>
                      </a:lnTo>
                      <a:lnTo>
                        <a:pt x="1318" y="4936"/>
                      </a:lnTo>
                      <a:cubicBezTo>
                        <a:pt x="1318" y="5366"/>
                        <a:pt x="969" y="5715"/>
                        <a:pt x="539" y="5715"/>
                      </a:cubicBezTo>
                      <a:lnTo>
                        <a:pt x="18" y="5715"/>
                      </a:lnTo>
                      <a:lnTo>
                        <a:pt x="18" y="5577"/>
                      </a:lnTo>
                      <a:lnTo>
                        <a:pt x="317" y="5577"/>
                      </a:lnTo>
                      <a:cubicBezTo>
                        <a:pt x="351" y="5577"/>
                        <a:pt x="378" y="5550"/>
                        <a:pt x="378" y="5516"/>
                      </a:cubicBezTo>
                      <a:cubicBezTo>
                        <a:pt x="378" y="5482"/>
                        <a:pt x="351" y="5455"/>
                        <a:pt x="317" y="5455"/>
                      </a:cubicBezTo>
                      <a:lnTo>
                        <a:pt x="18" y="5455"/>
                      </a:lnTo>
                      <a:lnTo>
                        <a:pt x="18" y="4936"/>
                      </a:lnTo>
                      <a:lnTo>
                        <a:pt x="476" y="4936"/>
                      </a:lnTo>
                      <a:cubicBezTo>
                        <a:pt x="689" y="4936"/>
                        <a:pt x="862" y="4763"/>
                        <a:pt x="862" y="4550"/>
                      </a:cubicBezTo>
                      <a:lnTo>
                        <a:pt x="862" y="4351"/>
                      </a:lnTo>
                      <a:cubicBezTo>
                        <a:pt x="1034" y="4304"/>
                        <a:pt x="1138" y="4124"/>
                        <a:pt x="1087" y="3949"/>
                      </a:cubicBezTo>
                      <a:lnTo>
                        <a:pt x="944" y="3462"/>
                      </a:lnTo>
                      <a:cubicBezTo>
                        <a:pt x="918" y="3372"/>
                        <a:pt x="842" y="3308"/>
                        <a:pt x="752" y="3294"/>
                      </a:cubicBezTo>
                      <a:lnTo>
                        <a:pt x="752" y="1224"/>
                      </a:lnTo>
                      <a:cubicBezTo>
                        <a:pt x="768" y="1204"/>
                        <a:pt x="905" y="823"/>
                        <a:pt x="905" y="823"/>
                      </a:cubicBezTo>
                      <a:cubicBezTo>
                        <a:pt x="951" y="667"/>
                        <a:pt x="848" y="507"/>
                        <a:pt x="688" y="482"/>
                      </a:cubicBezTo>
                      <a:lnTo>
                        <a:pt x="376" y="435"/>
                      </a:lnTo>
                      <a:cubicBezTo>
                        <a:pt x="258" y="417"/>
                        <a:pt x="138" y="407"/>
                        <a:pt x="18" y="407"/>
                      </a:cubicBezTo>
                      <a:lnTo>
                        <a:pt x="18" y="407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15" name="Google Shape;615;p26"/>
            <p:cNvGrpSpPr/>
            <p:nvPr/>
          </p:nvGrpSpPr>
          <p:grpSpPr>
            <a:xfrm rot="2700000">
              <a:off x="5496971" y="-457160"/>
              <a:ext cx="1874082" cy="1490202"/>
              <a:chOff x="7060875" y="171998"/>
              <a:chExt cx="1874100" cy="1490216"/>
            </a:xfrm>
          </p:grpSpPr>
          <p:grpSp>
            <p:nvGrpSpPr>
              <p:cNvPr id="616" name="Google Shape;616;p26"/>
              <p:cNvGrpSpPr/>
              <p:nvPr/>
            </p:nvGrpSpPr>
            <p:grpSpPr>
              <a:xfrm rot="8999923">
                <a:off x="7445771" y="371715"/>
                <a:ext cx="1091191" cy="1090783"/>
                <a:chOff x="5604480" y="3862800"/>
                <a:chExt cx="1352880" cy="1352520"/>
              </a:xfrm>
            </p:grpSpPr>
            <p:sp>
              <p:nvSpPr>
                <p:cNvPr id="617" name="Google Shape;617;p26"/>
                <p:cNvSpPr/>
                <p:nvPr/>
              </p:nvSpPr>
              <p:spPr>
                <a:xfrm>
                  <a:off x="5810040" y="4077000"/>
                  <a:ext cx="942120" cy="933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" h="2592" extrusionOk="0">
                      <a:moveTo>
                        <a:pt x="1319" y="2592"/>
                      </a:moveTo>
                      <a:cubicBezTo>
                        <a:pt x="970" y="2595"/>
                        <a:pt x="640" y="2461"/>
                        <a:pt x="391" y="2217"/>
                      </a:cubicBezTo>
                      <a:cubicBezTo>
                        <a:pt x="-124" y="1711"/>
                        <a:pt x="-131" y="881"/>
                        <a:pt x="375" y="366"/>
                      </a:cubicBezTo>
                      <a:cubicBezTo>
                        <a:pt x="555" y="182"/>
                        <a:pt x="783" y="57"/>
                        <a:pt x="1035" y="3"/>
                      </a:cubicBezTo>
                      <a:cubicBezTo>
                        <a:pt x="1113" y="-13"/>
                        <a:pt x="1190" y="37"/>
                        <a:pt x="1207" y="115"/>
                      </a:cubicBezTo>
                      <a:cubicBezTo>
                        <a:pt x="1224" y="194"/>
                        <a:pt x="1174" y="271"/>
                        <a:pt x="1095" y="288"/>
                      </a:cubicBezTo>
                      <a:cubicBezTo>
                        <a:pt x="900" y="329"/>
                        <a:pt x="722" y="427"/>
                        <a:pt x="582" y="570"/>
                      </a:cubicBezTo>
                      <a:cubicBezTo>
                        <a:pt x="189" y="970"/>
                        <a:pt x="194" y="1616"/>
                        <a:pt x="594" y="2009"/>
                      </a:cubicBezTo>
                      <a:cubicBezTo>
                        <a:pt x="789" y="2200"/>
                        <a:pt x="1045" y="2304"/>
                        <a:pt x="1317" y="2301"/>
                      </a:cubicBezTo>
                      <a:cubicBezTo>
                        <a:pt x="1589" y="2299"/>
                        <a:pt x="1843" y="2191"/>
                        <a:pt x="2034" y="1997"/>
                      </a:cubicBezTo>
                      <a:cubicBezTo>
                        <a:pt x="2225" y="1803"/>
                        <a:pt x="2328" y="1546"/>
                        <a:pt x="2326" y="1274"/>
                      </a:cubicBezTo>
                      <a:cubicBezTo>
                        <a:pt x="2324" y="1002"/>
                        <a:pt x="2215" y="748"/>
                        <a:pt x="2022" y="557"/>
                      </a:cubicBezTo>
                      <a:cubicBezTo>
                        <a:pt x="1914" y="452"/>
                        <a:pt x="1788" y="373"/>
                        <a:pt x="1648" y="324"/>
                      </a:cubicBezTo>
                      <a:cubicBezTo>
                        <a:pt x="1572" y="297"/>
                        <a:pt x="1532" y="214"/>
                        <a:pt x="1559" y="138"/>
                      </a:cubicBezTo>
                      <a:cubicBezTo>
                        <a:pt x="1586" y="62"/>
                        <a:pt x="1668" y="23"/>
                        <a:pt x="1744" y="49"/>
                      </a:cubicBezTo>
                      <a:cubicBezTo>
                        <a:pt x="1925" y="113"/>
                        <a:pt x="2087" y="214"/>
                        <a:pt x="2225" y="350"/>
                      </a:cubicBezTo>
                      <a:cubicBezTo>
                        <a:pt x="2475" y="595"/>
                        <a:pt x="2613" y="922"/>
                        <a:pt x="2617" y="1272"/>
                      </a:cubicBezTo>
                      <a:cubicBezTo>
                        <a:pt x="2620" y="1621"/>
                        <a:pt x="2486" y="1951"/>
                        <a:pt x="2241" y="2201"/>
                      </a:cubicBezTo>
                      <a:cubicBezTo>
                        <a:pt x="1996" y="2450"/>
                        <a:pt x="1669" y="2589"/>
                        <a:pt x="1319" y="259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8" name="Google Shape;618;p26"/>
                <p:cNvSpPr/>
                <p:nvPr/>
              </p:nvSpPr>
              <p:spPr>
                <a:xfrm>
                  <a:off x="6140880" y="4068000"/>
                  <a:ext cx="331920" cy="12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" h="357" extrusionOk="0">
                      <a:moveTo>
                        <a:pt x="778" y="357"/>
                      </a:moveTo>
                      <a:cubicBezTo>
                        <a:pt x="762" y="357"/>
                        <a:pt x="745" y="354"/>
                        <a:pt x="729" y="349"/>
                      </a:cubicBezTo>
                      <a:cubicBezTo>
                        <a:pt x="551" y="286"/>
                        <a:pt x="360" y="274"/>
                        <a:pt x="176" y="313"/>
                      </a:cubicBezTo>
                      <a:cubicBezTo>
                        <a:pt x="97" y="329"/>
                        <a:pt x="20" y="279"/>
                        <a:pt x="4" y="201"/>
                      </a:cubicBezTo>
                      <a:cubicBezTo>
                        <a:pt x="-13" y="122"/>
                        <a:pt x="37" y="45"/>
                        <a:pt x="116" y="28"/>
                      </a:cubicBezTo>
                      <a:cubicBezTo>
                        <a:pt x="352" y="-22"/>
                        <a:pt x="598" y="-6"/>
                        <a:pt x="825" y="74"/>
                      </a:cubicBezTo>
                      <a:cubicBezTo>
                        <a:pt x="901" y="101"/>
                        <a:pt x="941" y="184"/>
                        <a:pt x="914" y="260"/>
                      </a:cubicBezTo>
                      <a:cubicBezTo>
                        <a:pt x="893" y="319"/>
                        <a:pt x="838" y="356"/>
                        <a:pt x="778" y="35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9" name="Google Shape;619;p26"/>
                <p:cNvSpPr/>
                <p:nvPr/>
              </p:nvSpPr>
              <p:spPr>
                <a:xfrm>
                  <a:off x="5604480" y="4263840"/>
                  <a:ext cx="1352880" cy="951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8" h="2643" extrusionOk="0">
                      <a:moveTo>
                        <a:pt x="1895" y="2643"/>
                      </a:moveTo>
                      <a:cubicBezTo>
                        <a:pt x="1394" y="2647"/>
                        <a:pt x="920" y="2456"/>
                        <a:pt x="562" y="2104"/>
                      </a:cubicBezTo>
                      <a:cubicBezTo>
                        <a:pt x="287" y="1833"/>
                        <a:pt x="104" y="1490"/>
                        <a:pt x="33" y="1113"/>
                      </a:cubicBezTo>
                      <a:cubicBezTo>
                        <a:pt x="-36" y="743"/>
                        <a:pt x="5" y="366"/>
                        <a:pt x="153" y="22"/>
                      </a:cubicBezTo>
                      <a:cubicBezTo>
                        <a:pt x="161" y="4"/>
                        <a:pt x="182" y="-5"/>
                        <a:pt x="201" y="3"/>
                      </a:cubicBezTo>
                      <a:cubicBezTo>
                        <a:pt x="219" y="11"/>
                        <a:pt x="228" y="32"/>
                        <a:pt x="220" y="51"/>
                      </a:cubicBezTo>
                      <a:cubicBezTo>
                        <a:pt x="-77" y="740"/>
                        <a:pt x="78" y="1526"/>
                        <a:pt x="613" y="2052"/>
                      </a:cubicBezTo>
                      <a:cubicBezTo>
                        <a:pt x="957" y="2390"/>
                        <a:pt x="1412" y="2574"/>
                        <a:pt x="1895" y="2570"/>
                      </a:cubicBezTo>
                      <a:cubicBezTo>
                        <a:pt x="2377" y="2566"/>
                        <a:pt x="2829" y="2374"/>
                        <a:pt x="3167" y="2030"/>
                      </a:cubicBezTo>
                      <a:cubicBezTo>
                        <a:pt x="3556" y="1633"/>
                        <a:pt x="3740" y="1089"/>
                        <a:pt x="3671" y="537"/>
                      </a:cubicBezTo>
                      <a:cubicBezTo>
                        <a:pt x="3668" y="517"/>
                        <a:pt x="3682" y="499"/>
                        <a:pt x="3702" y="497"/>
                      </a:cubicBezTo>
                      <a:cubicBezTo>
                        <a:pt x="3722" y="494"/>
                        <a:pt x="3740" y="508"/>
                        <a:pt x="3743" y="528"/>
                      </a:cubicBezTo>
                      <a:cubicBezTo>
                        <a:pt x="3815" y="1103"/>
                        <a:pt x="3624" y="1669"/>
                        <a:pt x="3219" y="2081"/>
                      </a:cubicBezTo>
                      <a:cubicBezTo>
                        <a:pt x="2867" y="2439"/>
                        <a:pt x="2397" y="2638"/>
                        <a:pt x="1895" y="26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0" name="Google Shape;620;p26"/>
                <p:cNvSpPr/>
                <p:nvPr/>
              </p:nvSpPr>
              <p:spPr>
                <a:xfrm>
                  <a:off x="6090120" y="3862800"/>
                  <a:ext cx="450000" cy="73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0" h="204" extrusionOk="0">
                      <a:moveTo>
                        <a:pt x="1214" y="204"/>
                      </a:moveTo>
                      <a:cubicBezTo>
                        <a:pt x="1210" y="204"/>
                        <a:pt x="1205" y="203"/>
                        <a:pt x="1200" y="201"/>
                      </a:cubicBezTo>
                      <a:cubicBezTo>
                        <a:pt x="836" y="56"/>
                        <a:pt x="426" y="33"/>
                        <a:pt x="46" y="138"/>
                      </a:cubicBezTo>
                      <a:cubicBezTo>
                        <a:pt x="27" y="143"/>
                        <a:pt x="7" y="132"/>
                        <a:pt x="2" y="113"/>
                      </a:cubicBezTo>
                      <a:cubicBezTo>
                        <a:pt x="-4" y="94"/>
                        <a:pt x="7" y="74"/>
                        <a:pt x="27" y="68"/>
                      </a:cubicBezTo>
                      <a:cubicBezTo>
                        <a:pt x="421" y="-41"/>
                        <a:pt x="848" y="-18"/>
                        <a:pt x="1227" y="134"/>
                      </a:cubicBezTo>
                      <a:cubicBezTo>
                        <a:pt x="1246" y="141"/>
                        <a:pt x="1255" y="162"/>
                        <a:pt x="1248" y="181"/>
                      </a:cubicBezTo>
                      <a:cubicBezTo>
                        <a:pt x="1242" y="195"/>
                        <a:pt x="1228" y="204"/>
                        <a:pt x="1214" y="20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28425" rIns="90000" bIns="28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1" name="Google Shape;621;p26"/>
                <p:cNvSpPr/>
                <p:nvPr/>
              </p:nvSpPr>
              <p:spPr>
                <a:xfrm>
                  <a:off x="5739120" y="4004280"/>
                  <a:ext cx="145080" cy="147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409" extrusionOk="0">
                      <a:moveTo>
                        <a:pt x="36" y="409"/>
                      </a:moveTo>
                      <a:cubicBezTo>
                        <a:pt x="29" y="409"/>
                        <a:pt x="21" y="407"/>
                        <a:pt x="14" y="402"/>
                      </a:cubicBezTo>
                      <a:cubicBezTo>
                        <a:pt x="-2" y="390"/>
                        <a:pt x="-5" y="367"/>
                        <a:pt x="7" y="351"/>
                      </a:cubicBezTo>
                      <a:cubicBezTo>
                        <a:pt x="56" y="288"/>
                        <a:pt x="109" y="226"/>
                        <a:pt x="165" y="169"/>
                      </a:cubicBezTo>
                      <a:cubicBezTo>
                        <a:pt x="222" y="111"/>
                        <a:pt x="282" y="57"/>
                        <a:pt x="345" y="8"/>
                      </a:cubicBezTo>
                      <a:cubicBezTo>
                        <a:pt x="360" y="-5"/>
                        <a:pt x="383" y="-2"/>
                        <a:pt x="396" y="14"/>
                      </a:cubicBezTo>
                      <a:cubicBezTo>
                        <a:pt x="408" y="30"/>
                        <a:pt x="405" y="53"/>
                        <a:pt x="390" y="65"/>
                      </a:cubicBezTo>
                      <a:cubicBezTo>
                        <a:pt x="329" y="113"/>
                        <a:pt x="271" y="165"/>
                        <a:pt x="217" y="220"/>
                      </a:cubicBezTo>
                      <a:cubicBezTo>
                        <a:pt x="163" y="275"/>
                        <a:pt x="112" y="334"/>
                        <a:pt x="65" y="395"/>
                      </a:cubicBezTo>
                      <a:cubicBezTo>
                        <a:pt x="58" y="405"/>
                        <a:pt x="47" y="409"/>
                        <a:pt x="36" y="4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2" name="Google Shape;622;p26"/>
                <p:cNvSpPr/>
                <p:nvPr/>
              </p:nvSpPr>
              <p:spPr>
                <a:xfrm>
                  <a:off x="5680080" y="3937680"/>
                  <a:ext cx="1202040" cy="120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9" h="3340" extrusionOk="0">
                      <a:moveTo>
                        <a:pt x="1684" y="3340"/>
                      </a:moveTo>
                      <a:cubicBezTo>
                        <a:pt x="1238" y="3344"/>
                        <a:pt x="816" y="3174"/>
                        <a:pt x="498" y="2862"/>
                      </a:cubicBezTo>
                      <a:cubicBezTo>
                        <a:pt x="-159" y="2216"/>
                        <a:pt x="-168" y="1156"/>
                        <a:pt x="478" y="500"/>
                      </a:cubicBezTo>
                      <a:cubicBezTo>
                        <a:pt x="790" y="182"/>
                        <a:pt x="1208" y="4"/>
                        <a:pt x="1654" y="0"/>
                      </a:cubicBezTo>
                      <a:cubicBezTo>
                        <a:pt x="2100" y="-4"/>
                        <a:pt x="2522" y="166"/>
                        <a:pt x="2840" y="479"/>
                      </a:cubicBezTo>
                      <a:cubicBezTo>
                        <a:pt x="3152" y="787"/>
                        <a:pt x="3330" y="1197"/>
                        <a:pt x="3339" y="1635"/>
                      </a:cubicBezTo>
                      <a:lnTo>
                        <a:pt x="3330" y="1636"/>
                      </a:lnTo>
                      <a:cubicBezTo>
                        <a:pt x="3321" y="1200"/>
                        <a:pt x="3145" y="791"/>
                        <a:pt x="2833" y="486"/>
                      </a:cubicBezTo>
                      <a:cubicBezTo>
                        <a:pt x="2517" y="175"/>
                        <a:pt x="2098" y="5"/>
                        <a:pt x="1654" y="9"/>
                      </a:cubicBezTo>
                      <a:cubicBezTo>
                        <a:pt x="1211" y="13"/>
                        <a:pt x="795" y="190"/>
                        <a:pt x="484" y="506"/>
                      </a:cubicBezTo>
                      <a:cubicBezTo>
                        <a:pt x="-158" y="1159"/>
                        <a:pt x="-149" y="2213"/>
                        <a:pt x="505" y="2855"/>
                      </a:cubicBezTo>
                      <a:cubicBezTo>
                        <a:pt x="821" y="3166"/>
                        <a:pt x="1240" y="3335"/>
                        <a:pt x="1684" y="3331"/>
                      </a:cubicBezTo>
                      <a:cubicBezTo>
                        <a:pt x="2127" y="3328"/>
                        <a:pt x="2543" y="3151"/>
                        <a:pt x="2854" y="2835"/>
                      </a:cubicBezTo>
                      <a:cubicBezTo>
                        <a:pt x="2940" y="2747"/>
                        <a:pt x="3016" y="2650"/>
                        <a:pt x="3080" y="2547"/>
                      </a:cubicBezTo>
                      <a:lnTo>
                        <a:pt x="3088" y="2552"/>
                      </a:lnTo>
                      <a:cubicBezTo>
                        <a:pt x="3024" y="2656"/>
                        <a:pt x="2947" y="2753"/>
                        <a:pt x="2860" y="2841"/>
                      </a:cubicBezTo>
                      <a:cubicBezTo>
                        <a:pt x="2548" y="3159"/>
                        <a:pt x="2130" y="3337"/>
                        <a:pt x="1684" y="334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3" name="Google Shape;623;p26"/>
                <p:cNvSpPr/>
                <p:nvPr/>
              </p:nvSpPr>
              <p:spPr>
                <a:xfrm>
                  <a:off x="6257520" y="4515840"/>
                  <a:ext cx="46800" cy="46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29" extrusionOk="0">
                      <a:moveTo>
                        <a:pt x="19" y="19"/>
                      </a:moveTo>
                      <a:cubicBezTo>
                        <a:pt x="44" y="-7"/>
                        <a:pt x="85" y="-7"/>
                        <a:pt x="111" y="18"/>
                      </a:cubicBezTo>
                      <a:cubicBezTo>
                        <a:pt x="136" y="43"/>
                        <a:pt x="136" y="84"/>
                        <a:pt x="111" y="110"/>
                      </a:cubicBezTo>
                      <a:cubicBezTo>
                        <a:pt x="86" y="135"/>
                        <a:pt x="45" y="135"/>
                        <a:pt x="20" y="111"/>
                      </a:cubicBezTo>
                      <a:cubicBezTo>
                        <a:pt x="-6" y="86"/>
                        <a:pt x="-6" y="44"/>
                        <a:pt x="19" y="1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1425" rIns="90000" bIns="1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624" name="Google Shape;624;p26"/>
              <p:cNvCxnSpPr/>
              <p:nvPr/>
            </p:nvCxnSpPr>
            <p:spPr>
              <a:xfrm rot="10800000">
                <a:off x="7060875" y="293104"/>
                <a:ext cx="944100" cy="62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25" name="Google Shape;625;p26"/>
              <p:cNvCxnSpPr/>
              <p:nvPr/>
            </p:nvCxnSpPr>
            <p:spPr>
              <a:xfrm>
                <a:off x="8004975" y="915650"/>
                <a:ext cx="930000" cy="1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26" name="Google Shape;626;p26"/>
            <p:cNvGrpSpPr/>
            <p:nvPr/>
          </p:nvGrpSpPr>
          <p:grpSpPr>
            <a:xfrm rot="-5400233">
              <a:off x="1530181" y="4231529"/>
              <a:ext cx="1460926" cy="1453021"/>
              <a:chOff x="7550280" y="205025"/>
              <a:chExt cx="989720" cy="984365"/>
            </a:xfrm>
          </p:grpSpPr>
          <p:grpSp>
            <p:nvGrpSpPr>
              <p:cNvPr id="627" name="Google Shape;627;p26"/>
              <p:cNvGrpSpPr/>
              <p:nvPr/>
            </p:nvGrpSpPr>
            <p:grpSpPr>
              <a:xfrm>
                <a:off x="7550280" y="241510"/>
                <a:ext cx="948240" cy="947880"/>
                <a:chOff x="3374280" y="221760"/>
                <a:chExt cx="948240" cy="947880"/>
              </a:xfrm>
            </p:grpSpPr>
            <p:sp>
              <p:nvSpPr>
                <p:cNvPr id="628" name="Google Shape;628;p26"/>
                <p:cNvSpPr/>
                <p:nvPr/>
              </p:nvSpPr>
              <p:spPr>
                <a:xfrm>
                  <a:off x="3448440" y="295560"/>
                  <a:ext cx="500760" cy="52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" h="1445" extrusionOk="0">
                      <a:moveTo>
                        <a:pt x="330" y="1445"/>
                      </a:moveTo>
                      <a:cubicBezTo>
                        <a:pt x="315" y="1446"/>
                        <a:pt x="300" y="1440"/>
                        <a:pt x="288" y="1428"/>
                      </a:cubicBezTo>
                      <a:lnTo>
                        <a:pt x="17" y="1162"/>
                      </a:lnTo>
                      <a:cubicBezTo>
                        <a:pt x="6" y="1151"/>
                        <a:pt x="0" y="1136"/>
                        <a:pt x="0" y="1121"/>
                      </a:cubicBezTo>
                      <a:cubicBezTo>
                        <a:pt x="0" y="1105"/>
                        <a:pt x="6" y="1090"/>
                        <a:pt x="16" y="1079"/>
                      </a:cubicBezTo>
                      <a:lnTo>
                        <a:pt x="1060" y="18"/>
                      </a:lnTo>
                      <a:cubicBezTo>
                        <a:pt x="1083" y="-6"/>
                        <a:pt x="1120" y="-6"/>
                        <a:pt x="1143" y="17"/>
                      </a:cubicBezTo>
                      <a:lnTo>
                        <a:pt x="1373" y="243"/>
                      </a:lnTo>
                      <a:cubicBezTo>
                        <a:pt x="1397" y="266"/>
                        <a:pt x="1397" y="303"/>
                        <a:pt x="1374" y="326"/>
                      </a:cubicBezTo>
                      <a:cubicBezTo>
                        <a:pt x="1351" y="350"/>
                        <a:pt x="1314" y="350"/>
                        <a:pt x="1291" y="327"/>
                      </a:cubicBezTo>
                      <a:lnTo>
                        <a:pt x="1103" y="142"/>
                      </a:lnTo>
                      <a:lnTo>
                        <a:pt x="142" y="1120"/>
                      </a:lnTo>
                      <a:lnTo>
                        <a:pt x="370" y="1345"/>
                      </a:lnTo>
                      <a:cubicBezTo>
                        <a:pt x="394" y="1367"/>
                        <a:pt x="394" y="1405"/>
                        <a:pt x="371" y="1428"/>
                      </a:cubicBezTo>
                      <a:cubicBezTo>
                        <a:pt x="360" y="1439"/>
                        <a:pt x="345" y="1445"/>
                        <a:pt x="330" y="14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26"/>
                <p:cNvSpPr/>
                <p:nvPr/>
              </p:nvSpPr>
              <p:spPr>
                <a:xfrm>
                  <a:off x="3374280" y="221760"/>
                  <a:ext cx="948240" cy="947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" h="2633" extrusionOk="0">
                      <a:moveTo>
                        <a:pt x="56" y="1327"/>
                      </a:moveTo>
                      <a:lnTo>
                        <a:pt x="1328" y="2577"/>
                      </a:lnTo>
                      <a:lnTo>
                        <a:pt x="2578" y="1305"/>
                      </a:lnTo>
                      <a:lnTo>
                        <a:pt x="1306" y="55"/>
                      </a:lnTo>
                      <a:lnTo>
                        <a:pt x="56" y="1327"/>
                      </a:lnTo>
                      <a:moveTo>
                        <a:pt x="1328" y="2633"/>
                      </a:moveTo>
                      <a:cubicBezTo>
                        <a:pt x="1322" y="2633"/>
                        <a:pt x="1316" y="2630"/>
                        <a:pt x="1312" y="2626"/>
                      </a:cubicBezTo>
                      <a:lnTo>
                        <a:pt x="7" y="1344"/>
                      </a:lnTo>
                      <a:cubicBezTo>
                        <a:pt x="3" y="1339"/>
                        <a:pt x="0" y="1334"/>
                        <a:pt x="0" y="1328"/>
                      </a:cubicBezTo>
                      <a:cubicBezTo>
                        <a:pt x="0" y="1321"/>
                        <a:pt x="2" y="1316"/>
                        <a:pt x="7" y="1311"/>
                      </a:cubicBezTo>
                      <a:lnTo>
                        <a:pt x="1289" y="6"/>
                      </a:lnTo>
                      <a:cubicBezTo>
                        <a:pt x="1298" y="-2"/>
                        <a:pt x="1313" y="-3"/>
                        <a:pt x="1322" y="6"/>
                      </a:cubicBezTo>
                      <a:lnTo>
                        <a:pt x="2627" y="1288"/>
                      </a:lnTo>
                      <a:cubicBezTo>
                        <a:pt x="2631" y="1293"/>
                        <a:pt x="2634" y="1299"/>
                        <a:pt x="2634" y="1305"/>
                      </a:cubicBezTo>
                      <a:cubicBezTo>
                        <a:pt x="2634" y="1311"/>
                        <a:pt x="2631" y="1317"/>
                        <a:pt x="2627" y="1321"/>
                      </a:cubicBezTo>
                      <a:lnTo>
                        <a:pt x="1345" y="2626"/>
                      </a:lnTo>
                      <a:cubicBezTo>
                        <a:pt x="1340" y="2630"/>
                        <a:pt x="1334" y="2632"/>
                        <a:pt x="1328" y="26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" name="Google Shape;630;p26"/>
                <p:cNvSpPr/>
                <p:nvPr/>
              </p:nvSpPr>
              <p:spPr>
                <a:xfrm>
                  <a:off x="3615120" y="462240"/>
                  <a:ext cx="466560" cy="46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" h="1296" extrusionOk="0">
                      <a:moveTo>
                        <a:pt x="11" y="653"/>
                      </a:moveTo>
                      <a:lnTo>
                        <a:pt x="653" y="1285"/>
                      </a:lnTo>
                      <a:lnTo>
                        <a:pt x="1285" y="642"/>
                      </a:lnTo>
                      <a:lnTo>
                        <a:pt x="642" y="11"/>
                      </a:lnTo>
                      <a:lnTo>
                        <a:pt x="11" y="653"/>
                      </a:lnTo>
                      <a:moveTo>
                        <a:pt x="653" y="1296"/>
                      </a:moveTo>
                      <a:cubicBezTo>
                        <a:pt x="652" y="1296"/>
                        <a:pt x="651" y="1296"/>
                        <a:pt x="650" y="1295"/>
                      </a:cubicBezTo>
                      <a:lnTo>
                        <a:pt x="1" y="657"/>
                      </a:lnTo>
                      <a:cubicBezTo>
                        <a:pt x="1" y="656"/>
                        <a:pt x="0" y="655"/>
                        <a:pt x="0" y="654"/>
                      </a:cubicBezTo>
                      <a:cubicBezTo>
                        <a:pt x="0" y="653"/>
                        <a:pt x="1" y="651"/>
                        <a:pt x="1" y="651"/>
                      </a:cubicBezTo>
                      <a:lnTo>
                        <a:pt x="639" y="1"/>
                      </a:lnTo>
                      <a:cubicBezTo>
                        <a:pt x="641" y="0"/>
                        <a:pt x="644" y="0"/>
                        <a:pt x="645" y="1"/>
                      </a:cubicBezTo>
                      <a:lnTo>
                        <a:pt x="1294" y="639"/>
                      </a:lnTo>
                      <a:cubicBezTo>
                        <a:pt x="1295" y="640"/>
                        <a:pt x="1296" y="641"/>
                        <a:pt x="1296" y="642"/>
                      </a:cubicBezTo>
                      <a:cubicBezTo>
                        <a:pt x="1296" y="644"/>
                        <a:pt x="1295" y="645"/>
                        <a:pt x="1294" y="646"/>
                      </a:cubicBezTo>
                      <a:lnTo>
                        <a:pt x="657" y="1294"/>
                      </a:lnTo>
                      <a:cubicBezTo>
                        <a:pt x="656" y="1296"/>
                        <a:pt x="655" y="1296"/>
                        <a:pt x="653" y="12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" name="Google Shape;631;p26"/>
                <p:cNvSpPr/>
                <p:nvPr/>
              </p:nvSpPr>
              <p:spPr>
                <a:xfrm>
                  <a:off x="3639240" y="483480"/>
                  <a:ext cx="609120" cy="61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00" extrusionOk="0">
                      <a:moveTo>
                        <a:pt x="591" y="1700"/>
                      </a:moveTo>
                      <a:cubicBezTo>
                        <a:pt x="575" y="1701"/>
                        <a:pt x="560" y="1695"/>
                        <a:pt x="549" y="1683"/>
                      </a:cubicBezTo>
                      <a:lnTo>
                        <a:pt x="18" y="1162"/>
                      </a:lnTo>
                      <a:cubicBezTo>
                        <a:pt x="-5" y="1139"/>
                        <a:pt x="-5" y="1102"/>
                        <a:pt x="17" y="1078"/>
                      </a:cubicBezTo>
                      <a:cubicBezTo>
                        <a:pt x="40" y="1056"/>
                        <a:pt x="78" y="1055"/>
                        <a:pt x="100" y="1078"/>
                      </a:cubicBezTo>
                      <a:lnTo>
                        <a:pt x="589" y="1558"/>
                      </a:lnTo>
                      <a:lnTo>
                        <a:pt x="1550" y="581"/>
                      </a:lnTo>
                      <a:lnTo>
                        <a:pt x="1061" y="100"/>
                      </a:lnTo>
                      <a:cubicBezTo>
                        <a:pt x="1038" y="77"/>
                        <a:pt x="1038" y="40"/>
                        <a:pt x="1061" y="17"/>
                      </a:cubicBezTo>
                      <a:cubicBezTo>
                        <a:pt x="1083" y="-6"/>
                        <a:pt x="1121" y="-6"/>
                        <a:pt x="1144" y="16"/>
                      </a:cubicBezTo>
                      <a:lnTo>
                        <a:pt x="1675" y="538"/>
                      </a:lnTo>
                      <a:cubicBezTo>
                        <a:pt x="1698" y="561"/>
                        <a:pt x="1698" y="598"/>
                        <a:pt x="1675" y="621"/>
                      </a:cubicBezTo>
                      <a:lnTo>
                        <a:pt x="632" y="1683"/>
                      </a:lnTo>
                      <a:cubicBezTo>
                        <a:pt x="621" y="1694"/>
                        <a:pt x="606" y="1700"/>
                        <a:pt x="591" y="170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2" name="Google Shape;632;p26"/>
                <p:cNvSpPr/>
                <p:nvPr/>
              </p:nvSpPr>
              <p:spPr>
                <a:xfrm>
                  <a:off x="3488605" y="718043"/>
                  <a:ext cx="319680" cy="314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" h="874" extrusionOk="0">
                      <a:moveTo>
                        <a:pt x="829" y="874"/>
                      </a:moveTo>
                      <a:cubicBezTo>
                        <a:pt x="814" y="874"/>
                        <a:pt x="800" y="868"/>
                        <a:pt x="788" y="857"/>
                      </a:cubicBezTo>
                      <a:lnTo>
                        <a:pt x="18" y="100"/>
                      </a:lnTo>
                      <a:cubicBezTo>
                        <a:pt x="-5" y="78"/>
                        <a:pt x="-6" y="40"/>
                        <a:pt x="17" y="17"/>
                      </a:cubicBezTo>
                      <a:cubicBezTo>
                        <a:pt x="40" y="-6"/>
                        <a:pt x="77" y="-6"/>
                        <a:pt x="100" y="17"/>
                      </a:cubicBezTo>
                      <a:lnTo>
                        <a:pt x="870" y="773"/>
                      </a:lnTo>
                      <a:cubicBezTo>
                        <a:pt x="894" y="796"/>
                        <a:pt x="894" y="833"/>
                        <a:pt x="871" y="857"/>
                      </a:cubicBezTo>
                      <a:cubicBezTo>
                        <a:pt x="860" y="868"/>
                        <a:pt x="845" y="874"/>
                        <a:pt x="829" y="87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633" name="Google Shape;633;p26"/>
              <p:cNvCxnSpPr/>
              <p:nvPr/>
            </p:nvCxnSpPr>
            <p:spPr>
              <a:xfrm rot="10800000" flipH="1">
                <a:off x="8023400" y="205025"/>
                <a:ext cx="516600" cy="51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27"/>
          <p:cNvGrpSpPr/>
          <p:nvPr/>
        </p:nvGrpSpPr>
        <p:grpSpPr>
          <a:xfrm>
            <a:off x="-625092" y="950306"/>
            <a:ext cx="10473720" cy="3893004"/>
            <a:chOff x="-625092" y="950306"/>
            <a:chExt cx="10473720" cy="3893004"/>
          </a:xfrm>
        </p:grpSpPr>
        <p:grpSp>
          <p:nvGrpSpPr>
            <p:cNvPr id="636" name="Google Shape;636;p27"/>
            <p:cNvGrpSpPr/>
            <p:nvPr/>
          </p:nvGrpSpPr>
          <p:grpSpPr>
            <a:xfrm>
              <a:off x="7959331" y="2954516"/>
              <a:ext cx="1889297" cy="1888794"/>
              <a:chOff x="5604480" y="3862800"/>
              <a:chExt cx="1352880" cy="1352520"/>
            </a:xfrm>
          </p:grpSpPr>
          <p:sp>
            <p:nvSpPr>
              <p:cNvPr id="637" name="Google Shape;637;p27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2617" h="2592" extrusionOk="0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27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7" extrusionOk="0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27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643" extrusionOk="0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27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4" extrusionOk="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27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09" extrusionOk="0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27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340" extrusionOk="0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27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29" extrusionOk="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425" rIns="90000" bIns="1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p27"/>
            <p:cNvGrpSpPr/>
            <p:nvPr/>
          </p:nvGrpSpPr>
          <p:grpSpPr>
            <a:xfrm rot="3600220" flipH="1">
              <a:off x="-214173" y="2682781"/>
              <a:ext cx="1550359" cy="1844109"/>
              <a:chOff x="5964933" y="1271550"/>
              <a:chExt cx="3226867" cy="3838270"/>
            </a:xfrm>
          </p:grpSpPr>
          <p:grpSp>
            <p:nvGrpSpPr>
              <p:cNvPr id="645" name="Google Shape;645;p27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646" name="Google Shape;646;p27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7" name="Google Shape;647;p27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8" name="Google Shape;648;p27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1050" extrusionOk="0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9" name="Google Shape;649;p27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" name="Google Shape;650;p27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" name="Google Shape;651;p27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" h="676" extrusionOk="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2" name="Google Shape;652;p27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92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3" name="Google Shape;653;p27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" h="392" extrusionOk="0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4" name="Google Shape;654;p27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2128" extrusionOk="0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5" name="Google Shape;655;p27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2128" extrusionOk="0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6" name="Google Shape;656;p27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570" extrusionOk="0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7" name="Google Shape;657;p27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2142" extrusionOk="0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8" name="Google Shape;658;p27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2141" extrusionOk="0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9" name="Google Shape;659;p27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27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27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27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27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27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27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27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27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27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27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27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27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27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27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7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5" name="Google Shape;685;p27"/>
            <p:cNvGrpSpPr/>
            <p:nvPr/>
          </p:nvGrpSpPr>
          <p:grpSpPr>
            <a:xfrm rot="8100000">
              <a:off x="239079" y="1156066"/>
              <a:ext cx="989711" cy="984356"/>
              <a:chOff x="7550280" y="205025"/>
              <a:chExt cx="989720" cy="984365"/>
            </a:xfrm>
          </p:grpSpPr>
          <p:grpSp>
            <p:nvGrpSpPr>
              <p:cNvPr id="686" name="Google Shape;686;p27"/>
              <p:cNvGrpSpPr/>
              <p:nvPr/>
            </p:nvGrpSpPr>
            <p:grpSpPr>
              <a:xfrm>
                <a:off x="7550280" y="241510"/>
                <a:ext cx="948240" cy="947880"/>
                <a:chOff x="3374280" y="221760"/>
                <a:chExt cx="948240" cy="947880"/>
              </a:xfrm>
            </p:grpSpPr>
            <p:sp>
              <p:nvSpPr>
                <p:cNvPr id="687" name="Google Shape;687;p27"/>
                <p:cNvSpPr/>
                <p:nvPr/>
              </p:nvSpPr>
              <p:spPr>
                <a:xfrm>
                  <a:off x="3448440" y="295560"/>
                  <a:ext cx="500760" cy="52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" h="1445" extrusionOk="0">
                      <a:moveTo>
                        <a:pt x="330" y="1445"/>
                      </a:moveTo>
                      <a:cubicBezTo>
                        <a:pt x="315" y="1446"/>
                        <a:pt x="300" y="1440"/>
                        <a:pt x="288" y="1428"/>
                      </a:cubicBezTo>
                      <a:lnTo>
                        <a:pt x="17" y="1162"/>
                      </a:lnTo>
                      <a:cubicBezTo>
                        <a:pt x="6" y="1151"/>
                        <a:pt x="0" y="1136"/>
                        <a:pt x="0" y="1121"/>
                      </a:cubicBezTo>
                      <a:cubicBezTo>
                        <a:pt x="0" y="1105"/>
                        <a:pt x="6" y="1090"/>
                        <a:pt x="16" y="1079"/>
                      </a:cubicBezTo>
                      <a:lnTo>
                        <a:pt x="1060" y="18"/>
                      </a:lnTo>
                      <a:cubicBezTo>
                        <a:pt x="1083" y="-6"/>
                        <a:pt x="1120" y="-6"/>
                        <a:pt x="1143" y="17"/>
                      </a:cubicBezTo>
                      <a:lnTo>
                        <a:pt x="1373" y="243"/>
                      </a:lnTo>
                      <a:cubicBezTo>
                        <a:pt x="1397" y="266"/>
                        <a:pt x="1397" y="303"/>
                        <a:pt x="1374" y="326"/>
                      </a:cubicBezTo>
                      <a:cubicBezTo>
                        <a:pt x="1351" y="350"/>
                        <a:pt x="1314" y="350"/>
                        <a:pt x="1291" y="327"/>
                      </a:cubicBezTo>
                      <a:lnTo>
                        <a:pt x="1103" y="142"/>
                      </a:lnTo>
                      <a:lnTo>
                        <a:pt x="142" y="1120"/>
                      </a:lnTo>
                      <a:lnTo>
                        <a:pt x="370" y="1345"/>
                      </a:lnTo>
                      <a:cubicBezTo>
                        <a:pt x="394" y="1367"/>
                        <a:pt x="394" y="1405"/>
                        <a:pt x="371" y="1428"/>
                      </a:cubicBezTo>
                      <a:cubicBezTo>
                        <a:pt x="360" y="1439"/>
                        <a:pt x="345" y="1445"/>
                        <a:pt x="330" y="14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8" name="Google Shape;688;p27"/>
                <p:cNvSpPr/>
                <p:nvPr/>
              </p:nvSpPr>
              <p:spPr>
                <a:xfrm>
                  <a:off x="3374280" y="221760"/>
                  <a:ext cx="948240" cy="947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" h="2633" extrusionOk="0">
                      <a:moveTo>
                        <a:pt x="56" y="1327"/>
                      </a:moveTo>
                      <a:lnTo>
                        <a:pt x="1328" y="2577"/>
                      </a:lnTo>
                      <a:lnTo>
                        <a:pt x="2578" y="1305"/>
                      </a:lnTo>
                      <a:lnTo>
                        <a:pt x="1306" y="55"/>
                      </a:lnTo>
                      <a:lnTo>
                        <a:pt x="56" y="1327"/>
                      </a:lnTo>
                      <a:moveTo>
                        <a:pt x="1328" y="2633"/>
                      </a:moveTo>
                      <a:cubicBezTo>
                        <a:pt x="1322" y="2633"/>
                        <a:pt x="1316" y="2630"/>
                        <a:pt x="1312" y="2626"/>
                      </a:cubicBezTo>
                      <a:lnTo>
                        <a:pt x="7" y="1344"/>
                      </a:lnTo>
                      <a:cubicBezTo>
                        <a:pt x="3" y="1339"/>
                        <a:pt x="0" y="1334"/>
                        <a:pt x="0" y="1328"/>
                      </a:cubicBezTo>
                      <a:cubicBezTo>
                        <a:pt x="0" y="1321"/>
                        <a:pt x="2" y="1316"/>
                        <a:pt x="7" y="1311"/>
                      </a:cubicBezTo>
                      <a:lnTo>
                        <a:pt x="1289" y="6"/>
                      </a:lnTo>
                      <a:cubicBezTo>
                        <a:pt x="1298" y="-2"/>
                        <a:pt x="1313" y="-3"/>
                        <a:pt x="1322" y="6"/>
                      </a:cubicBezTo>
                      <a:lnTo>
                        <a:pt x="2627" y="1288"/>
                      </a:lnTo>
                      <a:cubicBezTo>
                        <a:pt x="2631" y="1293"/>
                        <a:pt x="2634" y="1299"/>
                        <a:pt x="2634" y="1305"/>
                      </a:cubicBezTo>
                      <a:cubicBezTo>
                        <a:pt x="2634" y="1311"/>
                        <a:pt x="2631" y="1317"/>
                        <a:pt x="2627" y="1321"/>
                      </a:cubicBezTo>
                      <a:lnTo>
                        <a:pt x="1345" y="2626"/>
                      </a:lnTo>
                      <a:cubicBezTo>
                        <a:pt x="1340" y="2630"/>
                        <a:pt x="1334" y="2632"/>
                        <a:pt x="1328" y="26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9" name="Google Shape;689;p27"/>
                <p:cNvSpPr/>
                <p:nvPr/>
              </p:nvSpPr>
              <p:spPr>
                <a:xfrm>
                  <a:off x="3615120" y="462240"/>
                  <a:ext cx="466560" cy="46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" h="1296" extrusionOk="0">
                      <a:moveTo>
                        <a:pt x="11" y="653"/>
                      </a:moveTo>
                      <a:lnTo>
                        <a:pt x="653" y="1285"/>
                      </a:lnTo>
                      <a:lnTo>
                        <a:pt x="1285" y="642"/>
                      </a:lnTo>
                      <a:lnTo>
                        <a:pt x="642" y="11"/>
                      </a:lnTo>
                      <a:lnTo>
                        <a:pt x="11" y="653"/>
                      </a:lnTo>
                      <a:moveTo>
                        <a:pt x="653" y="1296"/>
                      </a:moveTo>
                      <a:cubicBezTo>
                        <a:pt x="652" y="1296"/>
                        <a:pt x="651" y="1296"/>
                        <a:pt x="650" y="1295"/>
                      </a:cubicBezTo>
                      <a:lnTo>
                        <a:pt x="1" y="657"/>
                      </a:lnTo>
                      <a:cubicBezTo>
                        <a:pt x="1" y="656"/>
                        <a:pt x="0" y="655"/>
                        <a:pt x="0" y="654"/>
                      </a:cubicBezTo>
                      <a:cubicBezTo>
                        <a:pt x="0" y="653"/>
                        <a:pt x="1" y="651"/>
                        <a:pt x="1" y="651"/>
                      </a:cubicBezTo>
                      <a:lnTo>
                        <a:pt x="639" y="1"/>
                      </a:lnTo>
                      <a:cubicBezTo>
                        <a:pt x="641" y="0"/>
                        <a:pt x="644" y="0"/>
                        <a:pt x="645" y="1"/>
                      </a:cubicBezTo>
                      <a:lnTo>
                        <a:pt x="1294" y="639"/>
                      </a:lnTo>
                      <a:cubicBezTo>
                        <a:pt x="1295" y="640"/>
                        <a:pt x="1296" y="641"/>
                        <a:pt x="1296" y="642"/>
                      </a:cubicBezTo>
                      <a:cubicBezTo>
                        <a:pt x="1296" y="644"/>
                        <a:pt x="1295" y="645"/>
                        <a:pt x="1294" y="646"/>
                      </a:cubicBezTo>
                      <a:lnTo>
                        <a:pt x="657" y="1294"/>
                      </a:lnTo>
                      <a:cubicBezTo>
                        <a:pt x="656" y="1296"/>
                        <a:pt x="655" y="1296"/>
                        <a:pt x="653" y="12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0" name="Google Shape;690;p27"/>
                <p:cNvSpPr/>
                <p:nvPr/>
              </p:nvSpPr>
              <p:spPr>
                <a:xfrm>
                  <a:off x="3639240" y="483480"/>
                  <a:ext cx="609120" cy="61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00" extrusionOk="0">
                      <a:moveTo>
                        <a:pt x="591" y="1700"/>
                      </a:moveTo>
                      <a:cubicBezTo>
                        <a:pt x="575" y="1701"/>
                        <a:pt x="560" y="1695"/>
                        <a:pt x="549" y="1683"/>
                      </a:cubicBezTo>
                      <a:lnTo>
                        <a:pt x="18" y="1162"/>
                      </a:lnTo>
                      <a:cubicBezTo>
                        <a:pt x="-5" y="1139"/>
                        <a:pt x="-5" y="1102"/>
                        <a:pt x="17" y="1078"/>
                      </a:cubicBezTo>
                      <a:cubicBezTo>
                        <a:pt x="40" y="1056"/>
                        <a:pt x="78" y="1055"/>
                        <a:pt x="100" y="1078"/>
                      </a:cubicBezTo>
                      <a:lnTo>
                        <a:pt x="589" y="1558"/>
                      </a:lnTo>
                      <a:lnTo>
                        <a:pt x="1550" y="581"/>
                      </a:lnTo>
                      <a:lnTo>
                        <a:pt x="1061" y="100"/>
                      </a:lnTo>
                      <a:cubicBezTo>
                        <a:pt x="1038" y="77"/>
                        <a:pt x="1038" y="40"/>
                        <a:pt x="1061" y="17"/>
                      </a:cubicBezTo>
                      <a:cubicBezTo>
                        <a:pt x="1083" y="-6"/>
                        <a:pt x="1121" y="-6"/>
                        <a:pt x="1144" y="16"/>
                      </a:cubicBezTo>
                      <a:lnTo>
                        <a:pt x="1675" y="538"/>
                      </a:lnTo>
                      <a:cubicBezTo>
                        <a:pt x="1698" y="561"/>
                        <a:pt x="1698" y="598"/>
                        <a:pt x="1675" y="621"/>
                      </a:cubicBezTo>
                      <a:lnTo>
                        <a:pt x="632" y="1683"/>
                      </a:lnTo>
                      <a:cubicBezTo>
                        <a:pt x="621" y="1694"/>
                        <a:pt x="606" y="1700"/>
                        <a:pt x="591" y="170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1" name="Google Shape;691;p27"/>
                <p:cNvSpPr/>
                <p:nvPr/>
              </p:nvSpPr>
              <p:spPr>
                <a:xfrm>
                  <a:off x="3488605" y="718043"/>
                  <a:ext cx="319680" cy="314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" h="874" extrusionOk="0">
                      <a:moveTo>
                        <a:pt x="829" y="874"/>
                      </a:moveTo>
                      <a:cubicBezTo>
                        <a:pt x="814" y="874"/>
                        <a:pt x="800" y="868"/>
                        <a:pt x="788" y="857"/>
                      </a:cubicBezTo>
                      <a:lnTo>
                        <a:pt x="18" y="100"/>
                      </a:lnTo>
                      <a:cubicBezTo>
                        <a:pt x="-5" y="78"/>
                        <a:pt x="-6" y="40"/>
                        <a:pt x="17" y="17"/>
                      </a:cubicBezTo>
                      <a:cubicBezTo>
                        <a:pt x="40" y="-6"/>
                        <a:pt x="77" y="-6"/>
                        <a:pt x="100" y="17"/>
                      </a:cubicBezTo>
                      <a:lnTo>
                        <a:pt x="870" y="773"/>
                      </a:lnTo>
                      <a:cubicBezTo>
                        <a:pt x="894" y="796"/>
                        <a:pt x="894" y="833"/>
                        <a:pt x="871" y="857"/>
                      </a:cubicBezTo>
                      <a:cubicBezTo>
                        <a:pt x="860" y="868"/>
                        <a:pt x="845" y="874"/>
                        <a:pt x="829" y="87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692" name="Google Shape;692;p27"/>
              <p:cNvCxnSpPr/>
              <p:nvPr/>
            </p:nvCxnSpPr>
            <p:spPr>
              <a:xfrm rot="10800000" flipH="1">
                <a:off x="8023400" y="205025"/>
                <a:ext cx="516600" cy="51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693" name="Google Shape;693;p27"/>
          <p:cNvGrpSpPr/>
          <p:nvPr/>
        </p:nvGrpSpPr>
        <p:grpSpPr>
          <a:xfrm>
            <a:off x="-341977" y="-4644150"/>
            <a:ext cx="11717904" cy="10467493"/>
            <a:chOff x="-341977" y="-4644150"/>
            <a:chExt cx="11717904" cy="10467493"/>
          </a:xfrm>
        </p:grpSpPr>
        <p:pic>
          <p:nvPicPr>
            <p:cNvPr id="694" name="Google Shape;694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2" flipH="1">
              <a:off x="-3436404" y="-1549721"/>
              <a:ext cx="10028158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5" name="Google Shape;695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30973" y="-770341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96" name="Google Shape;696;p27"/>
            <p:cNvGrpSpPr/>
            <p:nvPr/>
          </p:nvGrpSpPr>
          <p:grpSpPr>
            <a:xfrm>
              <a:off x="4337098" y="4843291"/>
              <a:ext cx="469800" cy="65160"/>
              <a:chOff x="9146520" y="317880"/>
              <a:chExt cx="469800" cy="65160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00" name="Google Shape;700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799999" flipH="1">
              <a:off x="6681825" y="-151850"/>
              <a:ext cx="3571551" cy="54471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1" name="Google Shape;701;p27"/>
          <p:cNvSpPr txBox="1">
            <a:spLocks noGrp="1"/>
          </p:cNvSpPr>
          <p:nvPr>
            <p:ph type="title"/>
          </p:nvPr>
        </p:nvSpPr>
        <p:spPr>
          <a:xfrm>
            <a:off x="2347950" y="691625"/>
            <a:ext cx="4448100" cy="98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27"/>
          <p:cNvSpPr txBox="1">
            <a:spLocks noGrp="1"/>
          </p:cNvSpPr>
          <p:nvPr>
            <p:ph type="subTitle" idx="1"/>
          </p:nvPr>
        </p:nvSpPr>
        <p:spPr>
          <a:xfrm>
            <a:off x="2347900" y="1592609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27"/>
          <p:cNvSpPr txBox="1"/>
          <p:nvPr/>
        </p:nvSpPr>
        <p:spPr>
          <a:xfrm>
            <a:off x="2191250" y="3545650"/>
            <a:ext cx="47616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CREDITS:</a:t>
            </a:r>
            <a:r>
              <a:rPr lang="en" sz="10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 This presentation template was created by </a:t>
            </a:r>
            <a:r>
              <a:rPr lang="en" sz="1000" b="1" u="sng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, and includes icons by </a:t>
            </a:r>
            <a:r>
              <a:rPr lang="en" sz="1000" b="1" u="sng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, and infographics &amp; images by </a:t>
            </a:r>
            <a:r>
              <a:rPr lang="en" sz="1000" b="1" u="sng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endParaRPr sz="1000" b="1" u="sng"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5" name="Google Shape;705;p28"/>
          <p:cNvGrpSpPr/>
          <p:nvPr/>
        </p:nvGrpSpPr>
        <p:grpSpPr>
          <a:xfrm>
            <a:off x="-1301952" y="-898275"/>
            <a:ext cx="10266285" cy="7489224"/>
            <a:chOff x="-1309377" y="-876025"/>
            <a:chExt cx="10266285" cy="7489224"/>
          </a:xfrm>
        </p:grpSpPr>
        <p:pic>
          <p:nvPicPr>
            <p:cNvPr id="706" name="Google Shape;706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309377" y="-8760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7" name="Google Shape;707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57208" y="4215548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8" name="Google Shape;708;p28"/>
          <p:cNvGrpSpPr/>
          <p:nvPr/>
        </p:nvGrpSpPr>
        <p:grpSpPr>
          <a:xfrm>
            <a:off x="-772218" y="539506"/>
            <a:ext cx="9490987" cy="5222688"/>
            <a:chOff x="-772218" y="539506"/>
            <a:chExt cx="9490987" cy="5222688"/>
          </a:xfrm>
        </p:grpSpPr>
        <p:grpSp>
          <p:nvGrpSpPr>
            <p:cNvPr id="709" name="Google Shape;709;p28"/>
            <p:cNvGrpSpPr/>
            <p:nvPr/>
          </p:nvGrpSpPr>
          <p:grpSpPr>
            <a:xfrm rot="4499854">
              <a:off x="-559892" y="3658544"/>
              <a:ext cx="1891398" cy="1890894"/>
              <a:chOff x="5604480" y="3862800"/>
              <a:chExt cx="1352880" cy="1352520"/>
            </a:xfrm>
          </p:grpSpPr>
          <p:sp>
            <p:nvSpPr>
              <p:cNvPr id="710" name="Google Shape;710;p28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2617" h="2592" extrusionOk="0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28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7" extrusionOk="0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28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643" extrusionOk="0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28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4" extrusionOk="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28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09" extrusionOk="0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28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340" extrusionOk="0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28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29" extrusionOk="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425" rIns="90000" bIns="1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7" name="Google Shape;717;p28"/>
            <p:cNvGrpSpPr/>
            <p:nvPr/>
          </p:nvGrpSpPr>
          <p:grpSpPr>
            <a:xfrm flipH="1">
              <a:off x="7168260" y="539506"/>
              <a:ext cx="1550510" cy="1844289"/>
              <a:chOff x="5964933" y="1271550"/>
              <a:chExt cx="3226867" cy="3838270"/>
            </a:xfrm>
          </p:grpSpPr>
          <p:grpSp>
            <p:nvGrpSpPr>
              <p:cNvPr id="718" name="Google Shape;718;p28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719" name="Google Shape;719;p28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0" name="Google Shape;720;p28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1" name="Google Shape;721;p28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1050" extrusionOk="0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2" name="Google Shape;722;p28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3" name="Google Shape;723;p28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4" name="Google Shape;724;p28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" h="676" extrusionOk="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28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92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6" name="Google Shape;726;p28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" h="392" extrusionOk="0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7" name="Google Shape;727;p28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2128" extrusionOk="0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8" name="Google Shape;728;p28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2128" extrusionOk="0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9" name="Google Shape;729;p28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570" extrusionOk="0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0" name="Google Shape;730;p28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2142" extrusionOk="0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1" name="Google Shape;731;p28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2141" extrusionOk="0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2" name="Google Shape;732;p28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8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8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8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8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8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8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8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8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8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28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28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8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8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8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8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8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8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8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8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8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8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8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8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28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28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29"/>
          <p:cNvGrpSpPr/>
          <p:nvPr/>
        </p:nvGrpSpPr>
        <p:grpSpPr>
          <a:xfrm>
            <a:off x="7009770" y="1628548"/>
            <a:ext cx="2372198" cy="3917614"/>
            <a:chOff x="7009770" y="1628548"/>
            <a:chExt cx="2372198" cy="3917614"/>
          </a:xfrm>
        </p:grpSpPr>
        <p:grpSp>
          <p:nvGrpSpPr>
            <p:cNvPr id="760" name="Google Shape;760;p29"/>
            <p:cNvGrpSpPr/>
            <p:nvPr/>
          </p:nvGrpSpPr>
          <p:grpSpPr>
            <a:xfrm rot="3600220" flipH="1">
              <a:off x="7420690" y="3491781"/>
              <a:ext cx="1550359" cy="1844109"/>
              <a:chOff x="5964933" y="1271550"/>
              <a:chExt cx="3226867" cy="3838270"/>
            </a:xfrm>
          </p:grpSpPr>
          <p:grpSp>
            <p:nvGrpSpPr>
              <p:cNvPr id="761" name="Google Shape;761;p29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762" name="Google Shape;762;p29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29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4" name="Google Shape;764;p29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1050" extrusionOk="0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" name="Google Shape;765;p29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" name="Google Shape;766;p29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" name="Google Shape;767;p29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" h="676" extrusionOk="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8" name="Google Shape;768;p29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92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" name="Google Shape;769;p29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" h="392" extrusionOk="0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" name="Google Shape;770;p29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2128" extrusionOk="0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1" name="Google Shape;771;p29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2128" extrusionOk="0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" name="Google Shape;772;p29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570" extrusionOk="0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" name="Google Shape;773;p29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2142" extrusionOk="0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4" name="Google Shape;774;p29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2141" extrusionOk="0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" name="Google Shape;775;p29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9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9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9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9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9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9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29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9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9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9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9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9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9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9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9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9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9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9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29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29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9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9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9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9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9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" name="Google Shape;801;p29"/>
            <p:cNvGrpSpPr/>
            <p:nvPr/>
          </p:nvGrpSpPr>
          <p:grpSpPr>
            <a:xfrm rot="6299960">
              <a:off x="7701031" y="1741743"/>
              <a:ext cx="989690" cy="984336"/>
              <a:chOff x="7550280" y="205025"/>
              <a:chExt cx="989720" cy="984365"/>
            </a:xfrm>
          </p:grpSpPr>
          <p:grpSp>
            <p:nvGrpSpPr>
              <p:cNvPr id="802" name="Google Shape;802;p29"/>
              <p:cNvGrpSpPr/>
              <p:nvPr/>
            </p:nvGrpSpPr>
            <p:grpSpPr>
              <a:xfrm>
                <a:off x="7550280" y="241510"/>
                <a:ext cx="948240" cy="947880"/>
                <a:chOff x="3374280" y="221760"/>
                <a:chExt cx="948240" cy="947880"/>
              </a:xfrm>
            </p:grpSpPr>
            <p:sp>
              <p:nvSpPr>
                <p:cNvPr id="803" name="Google Shape;803;p29"/>
                <p:cNvSpPr/>
                <p:nvPr/>
              </p:nvSpPr>
              <p:spPr>
                <a:xfrm>
                  <a:off x="3448440" y="295560"/>
                  <a:ext cx="500760" cy="52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" h="1445" extrusionOk="0">
                      <a:moveTo>
                        <a:pt x="330" y="1445"/>
                      </a:moveTo>
                      <a:cubicBezTo>
                        <a:pt x="315" y="1446"/>
                        <a:pt x="300" y="1440"/>
                        <a:pt x="288" y="1428"/>
                      </a:cubicBezTo>
                      <a:lnTo>
                        <a:pt x="17" y="1162"/>
                      </a:lnTo>
                      <a:cubicBezTo>
                        <a:pt x="6" y="1151"/>
                        <a:pt x="0" y="1136"/>
                        <a:pt x="0" y="1121"/>
                      </a:cubicBezTo>
                      <a:cubicBezTo>
                        <a:pt x="0" y="1105"/>
                        <a:pt x="6" y="1090"/>
                        <a:pt x="16" y="1079"/>
                      </a:cubicBezTo>
                      <a:lnTo>
                        <a:pt x="1060" y="18"/>
                      </a:lnTo>
                      <a:cubicBezTo>
                        <a:pt x="1083" y="-6"/>
                        <a:pt x="1120" y="-6"/>
                        <a:pt x="1143" y="17"/>
                      </a:cubicBezTo>
                      <a:lnTo>
                        <a:pt x="1373" y="243"/>
                      </a:lnTo>
                      <a:cubicBezTo>
                        <a:pt x="1397" y="266"/>
                        <a:pt x="1397" y="303"/>
                        <a:pt x="1374" y="326"/>
                      </a:cubicBezTo>
                      <a:cubicBezTo>
                        <a:pt x="1351" y="350"/>
                        <a:pt x="1314" y="350"/>
                        <a:pt x="1291" y="327"/>
                      </a:cubicBezTo>
                      <a:lnTo>
                        <a:pt x="1103" y="142"/>
                      </a:lnTo>
                      <a:lnTo>
                        <a:pt x="142" y="1120"/>
                      </a:lnTo>
                      <a:lnTo>
                        <a:pt x="370" y="1345"/>
                      </a:lnTo>
                      <a:cubicBezTo>
                        <a:pt x="394" y="1367"/>
                        <a:pt x="394" y="1405"/>
                        <a:pt x="371" y="1428"/>
                      </a:cubicBezTo>
                      <a:cubicBezTo>
                        <a:pt x="360" y="1439"/>
                        <a:pt x="345" y="1445"/>
                        <a:pt x="330" y="14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4" name="Google Shape;804;p29"/>
                <p:cNvSpPr/>
                <p:nvPr/>
              </p:nvSpPr>
              <p:spPr>
                <a:xfrm>
                  <a:off x="3374280" y="221760"/>
                  <a:ext cx="948240" cy="947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" h="2633" extrusionOk="0">
                      <a:moveTo>
                        <a:pt x="56" y="1327"/>
                      </a:moveTo>
                      <a:lnTo>
                        <a:pt x="1328" y="2577"/>
                      </a:lnTo>
                      <a:lnTo>
                        <a:pt x="2578" y="1305"/>
                      </a:lnTo>
                      <a:lnTo>
                        <a:pt x="1306" y="55"/>
                      </a:lnTo>
                      <a:lnTo>
                        <a:pt x="56" y="1327"/>
                      </a:lnTo>
                      <a:moveTo>
                        <a:pt x="1328" y="2633"/>
                      </a:moveTo>
                      <a:cubicBezTo>
                        <a:pt x="1322" y="2633"/>
                        <a:pt x="1316" y="2630"/>
                        <a:pt x="1312" y="2626"/>
                      </a:cubicBezTo>
                      <a:lnTo>
                        <a:pt x="7" y="1344"/>
                      </a:lnTo>
                      <a:cubicBezTo>
                        <a:pt x="3" y="1339"/>
                        <a:pt x="0" y="1334"/>
                        <a:pt x="0" y="1328"/>
                      </a:cubicBezTo>
                      <a:cubicBezTo>
                        <a:pt x="0" y="1321"/>
                        <a:pt x="2" y="1316"/>
                        <a:pt x="7" y="1311"/>
                      </a:cubicBezTo>
                      <a:lnTo>
                        <a:pt x="1289" y="6"/>
                      </a:lnTo>
                      <a:cubicBezTo>
                        <a:pt x="1298" y="-2"/>
                        <a:pt x="1313" y="-3"/>
                        <a:pt x="1322" y="6"/>
                      </a:cubicBezTo>
                      <a:lnTo>
                        <a:pt x="2627" y="1288"/>
                      </a:lnTo>
                      <a:cubicBezTo>
                        <a:pt x="2631" y="1293"/>
                        <a:pt x="2634" y="1299"/>
                        <a:pt x="2634" y="1305"/>
                      </a:cubicBezTo>
                      <a:cubicBezTo>
                        <a:pt x="2634" y="1311"/>
                        <a:pt x="2631" y="1317"/>
                        <a:pt x="2627" y="1321"/>
                      </a:cubicBezTo>
                      <a:lnTo>
                        <a:pt x="1345" y="2626"/>
                      </a:lnTo>
                      <a:cubicBezTo>
                        <a:pt x="1340" y="2630"/>
                        <a:pt x="1334" y="2632"/>
                        <a:pt x="1328" y="26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" name="Google Shape;805;p29"/>
                <p:cNvSpPr/>
                <p:nvPr/>
              </p:nvSpPr>
              <p:spPr>
                <a:xfrm>
                  <a:off x="3615120" y="462240"/>
                  <a:ext cx="466560" cy="46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" h="1296" extrusionOk="0">
                      <a:moveTo>
                        <a:pt x="11" y="653"/>
                      </a:moveTo>
                      <a:lnTo>
                        <a:pt x="653" y="1285"/>
                      </a:lnTo>
                      <a:lnTo>
                        <a:pt x="1285" y="642"/>
                      </a:lnTo>
                      <a:lnTo>
                        <a:pt x="642" y="11"/>
                      </a:lnTo>
                      <a:lnTo>
                        <a:pt x="11" y="653"/>
                      </a:lnTo>
                      <a:moveTo>
                        <a:pt x="653" y="1296"/>
                      </a:moveTo>
                      <a:cubicBezTo>
                        <a:pt x="652" y="1296"/>
                        <a:pt x="651" y="1296"/>
                        <a:pt x="650" y="1295"/>
                      </a:cubicBezTo>
                      <a:lnTo>
                        <a:pt x="1" y="657"/>
                      </a:lnTo>
                      <a:cubicBezTo>
                        <a:pt x="1" y="656"/>
                        <a:pt x="0" y="655"/>
                        <a:pt x="0" y="654"/>
                      </a:cubicBezTo>
                      <a:cubicBezTo>
                        <a:pt x="0" y="653"/>
                        <a:pt x="1" y="651"/>
                        <a:pt x="1" y="651"/>
                      </a:cubicBezTo>
                      <a:lnTo>
                        <a:pt x="639" y="1"/>
                      </a:lnTo>
                      <a:cubicBezTo>
                        <a:pt x="641" y="0"/>
                        <a:pt x="644" y="0"/>
                        <a:pt x="645" y="1"/>
                      </a:cubicBezTo>
                      <a:lnTo>
                        <a:pt x="1294" y="639"/>
                      </a:lnTo>
                      <a:cubicBezTo>
                        <a:pt x="1295" y="640"/>
                        <a:pt x="1296" y="641"/>
                        <a:pt x="1296" y="642"/>
                      </a:cubicBezTo>
                      <a:cubicBezTo>
                        <a:pt x="1296" y="644"/>
                        <a:pt x="1295" y="645"/>
                        <a:pt x="1294" y="646"/>
                      </a:cubicBezTo>
                      <a:lnTo>
                        <a:pt x="657" y="1294"/>
                      </a:lnTo>
                      <a:cubicBezTo>
                        <a:pt x="656" y="1296"/>
                        <a:pt x="655" y="1296"/>
                        <a:pt x="653" y="12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" name="Google Shape;806;p29"/>
                <p:cNvSpPr/>
                <p:nvPr/>
              </p:nvSpPr>
              <p:spPr>
                <a:xfrm>
                  <a:off x="3639240" y="483480"/>
                  <a:ext cx="609120" cy="61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00" extrusionOk="0">
                      <a:moveTo>
                        <a:pt x="591" y="1700"/>
                      </a:moveTo>
                      <a:cubicBezTo>
                        <a:pt x="575" y="1701"/>
                        <a:pt x="560" y="1695"/>
                        <a:pt x="549" y="1683"/>
                      </a:cubicBezTo>
                      <a:lnTo>
                        <a:pt x="18" y="1162"/>
                      </a:lnTo>
                      <a:cubicBezTo>
                        <a:pt x="-5" y="1139"/>
                        <a:pt x="-5" y="1102"/>
                        <a:pt x="17" y="1078"/>
                      </a:cubicBezTo>
                      <a:cubicBezTo>
                        <a:pt x="40" y="1056"/>
                        <a:pt x="78" y="1055"/>
                        <a:pt x="100" y="1078"/>
                      </a:cubicBezTo>
                      <a:lnTo>
                        <a:pt x="589" y="1558"/>
                      </a:lnTo>
                      <a:lnTo>
                        <a:pt x="1550" y="581"/>
                      </a:lnTo>
                      <a:lnTo>
                        <a:pt x="1061" y="100"/>
                      </a:lnTo>
                      <a:cubicBezTo>
                        <a:pt x="1038" y="77"/>
                        <a:pt x="1038" y="40"/>
                        <a:pt x="1061" y="17"/>
                      </a:cubicBezTo>
                      <a:cubicBezTo>
                        <a:pt x="1083" y="-6"/>
                        <a:pt x="1121" y="-6"/>
                        <a:pt x="1144" y="16"/>
                      </a:cubicBezTo>
                      <a:lnTo>
                        <a:pt x="1675" y="538"/>
                      </a:lnTo>
                      <a:cubicBezTo>
                        <a:pt x="1698" y="561"/>
                        <a:pt x="1698" y="598"/>
                        <a:pt x="1675" y="621"/>
                      </a:cubicBezTo>
                      <a:lnTo>
                        <a:pt x="632" y="1683"/>
                      </a:lnTo>
                      <a:cubicBezTo>
                        <a:pt x="621" y="1694"/>
                        <a:pt x="606" y="1700"/>
                        <a:pt x="591" y="170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" name="Google Shape;807;p29"/>
                <p:cNvSpPr/>
                <p:nvPr/>
              </p:nvSpPr>
              <p:spPr>
                <a:xfrm>
                  <a:off x="3488605" y="718043"/>
                  <a:ext cx="319680" cy="314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" h="874" extrusionOk="0">
                      <a:moveTo>
                        <a:pt x="829" y="874"/>
                      </a:moveTo>
                      <a:cubicBezTo>
                        <a:pt x="814" y="874"/>
                        <a:pt x="800" y="868"/>
                        <a:pt x="788" y="857"/>
                      </a:cubicBezTo>
                      <a:lnTo>
                        <a:pt x="18" y="100"/>
                      </a:lnTo>
                      <a:cubicBezTo>
                        <a:pt x="-5" y="78"/>
                        <a:pt x="-6" y="40"/>
                        <a:pt x="17" y="17"/>
                      </a:cubicBezTo>
                      <a:cubicBezTo>
                        <a:pt x="40" y="-6"/>
                        <a:pt x="77" y="-6"/>
                        <a:pt x="100" y="17"/>
                      </a:cubicBezTo>
                      <a:lnTo>
                        <a:pt x="870" y="773"/>
                      </a:lnTo>
                      <a:cubicBezTo>
                        <a:pt x="894" y="796"/>
                        <a:pt x="894" y="833"/>
                        <a:pt x="871" y="857"/>
                      </a:cubicBezTo>
                      <a:cubicBezTo>
                        <a:pt x="860" y="868"/>
                        <a:pt x="845" y="874"/>
                        <a:pt x="829" y="87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808" name="Google Shape;808;p29"/>
              <p:cNvCxnSpPr/>
              <p:nvPr/>
            </p:nvCxnSpPr>
            <p:spPr>
              <a:xfrm rot="10800000" flipH="1">
                <a:off x="8023400" y="205025"/>
                <a:ext cx="516600" cy="51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809" name="Google Shape;809;p29"/>
          <p:cNvGrpSpPr/>
          <p:nvPr/>
        </p:nvGrpSpPr>
        <p:grpSpPr>
          <a:xfrm>
            <a:off x="-371727" y="-3216225"/>
            <a:ext cx="8802499" cy="10028158"/>
            <a:chOff x="-371727" y="-3216225"/>
            <a:chExt cx="8802499" cy="10028158"/>
          </a:xfrm>
        </p:grpSpPr>
        <p:pic>
          <p:nvPicPr>
            <p:cNvPr id="810" name="Google Shape;81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2" flipH="1">
              <a:off x="-3466154" y="-121796"/>
              <a:ext cx="10028158" cy="3839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11" name="Google Shape;811;p29"/>
            <p:cNvGrpSpPr/>
            <p:nvPr/>
          </p:nvGrpSpPr>
          <p:grpSpPr>
            <a:xfrm>
              <a:off x="7960973" y="474341"/>
              <a:ext cx="469800" cy="65160"/>
              <a:chOff x="9146520" y="317880"/>
              <a:chExt cx="469800" cy="65160"/>
            </a:xfrm>
          </p:grpSpPr>
          <p:sp>
            <p:nvSpPr>
              <p:cNvPr id="812" name="Google Shape;812;p29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29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29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18"/>
          <p:cNvGrpSpPr/>
          <p:nvPr/>
        </p:nvGrpSpPr>
        <p:grpSpPr>
          <a:xfrm>
            <a:off x="-1987125" y="-3879188"/>
            <a:ext cx="13631819" cy="8776940"/>
            <a:chOff x="-1987125" y="-3879188"/>
            <a:chExt cx="13631819" cy="8776940"/>
          </a:xfrm>
        </p:grpSpPr>
        <p:pic>
          <p:nvPicPr>
            <p:cNvPr id="378" name="Google Shape;378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9000001">
              <a:off x="1921821" y="-1758975"/>
              <a:ext cx="9450901" cy="36202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9" name="Google Shape;379;p18"/>
            <p:cNvGrpSpPr/>
            <p:nvPr/>
          </p:nvGrpSpPr>
          <p:grpSpPr>
            <a:xfrm>
              <a:off x="4337098" y="4832591"/>
              <a:ext cx="469800" cy="65160"/>
              <a:chOff x="9146520" y="317880"/>
              <a:chExt cx="469800" cy="65160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83" name="Google Shape;383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987125" y="1689624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4" name="Google Shape;384;p18"/>
          <p:cNvGrpSpPr/>
          <p:nvPr/>
        </p:nvGrpSpPr>
        <p:grpSpPr>
          <a:xfrm rot="-5400233">
            <a:off x="8050937" y="232595"/>
            <a:ext cx="1460926" cy="1453021"/>
            <a:chOff x="7550280" y="205025"/>
            <a:chExt cx="989720" cy="984365"/>
          </a:xfrm>
        </p:grpSpPr>
        <p:grpSp>
          <p:nvGrpSpPr>
            <p:cNvPr id="385" name="Google Shape;385;p18"/>
            <p:cNvGrpSpPr/>
            <p:nvPr/>
          </p:nvGrpSpPr>
          <p:grpSpPr>
            <a:xfrm>
              <a:off x="7550280" y="241510"/>
              <a:ext cx="948240" cy="947880"/>
              <a:chOff x="3374280" y="221760"/>
              <a:chExt cx="948240" cy="947880"/>
            </a:xfrm>
          </p:grpSpPr>
          <p:sp>
            <p:nvSpPr>
              <p:cNvPr id="386" name="Google Shape;386;p18"/>
              <p:cNvSpPr/>
              <p:nvPr/>
            </p:nvSpPr>
            <p:spPr>
              <a:xfrm>
                <a:off x="3448440" y="295560"/>
                <a:ext cx="500760" cy="520200"/>
              </a:xfrm>
              <a:custGeom>
                <a:avLst/>
                <a:gdLst/>
                <a:ahLst/>
                <a:cxnLst/>
                <a:rect l="l" t="t" r="r" b="b"/>
                <a:pathLst>
                  <a:path w="1391" h="1445" extrusionOk="0">
                    <a:moveTo>
                      <a:pt x="330" y="1445"/>
                    </a:moveTo>
                    <a:cubicBezTo>
                      <a:pt x="315" y="1446"/>
                      <a:pt x="300" y="1440"/>
                      <a:pt x="288" y="1428"/>
                    </a:cubicBezTo>
                    <a:lnTo>
                      <a:pt x="17" y="1162"/>
                    </a:lnTo>
                    <a:cubicBezTo>
                      <a:pt x="6" y="1151"/>
                      <a:pt x="0" y="1136"/>
                      <a:pt x="0" y="1121"/>
                    </a:cubicBezTo>
                    <a:cubicBezTo>
                      <a:pt x="0" y="1105"/>
                      <a:pt x="6" y="1090"/>
                      <a:pt x="16" y="1079"/>
                    </a:cubicBezTo>
                    <a:lnTo>
                      <a:pt x="1060" y="18"/>
                    </a:lnTo>
                    <a:cubicBezTo>
                      <a:pt x="1083" y="-6"/>
                      <a:pt x="1120" y="-6"/>
                      <a:pt x="1143" y="17"/>
                    </a:cubicBezTo>
                    <a:lnTo>
                      <a:pt x="1373" y="243"/>
                    </a:lnTo>
                    <a:cubicBezTo>
                      <a:pt x="1397" y="266"/>
                      <a:pt x="1397" y="303"/>
                      <a:pt x="1374" y="326"/>
                    </a:cubicBezTo>
                    <a:cubicBezTo>
                      <a:pt x="1351" y="350"/>
                      <a:pt x="1314" y="350"/>
                      <a:pt x="1291" y="327"/>
                    </a:cubicBezTo>
                    <a:lnTo>
                      <a:pt x="1103" y="142"/>
                    </a:lnTo>
                    <a:lnTo>
                      <a:pt x="142" y="1120"/>
                    </a:lnTo>
                    <a:lnTo>
                      <a:pt x="370" y="1345"/>
                    </a:lnTo>
                    <a:cubicBezTo>
                      <a:pt x="394" y="1367"/>
                      <a:pt x="394" y="1405"/>
                      <a:pt x="371" y="1428"/>
                    </a:cubicBezTo>
                    <a:cubicBezTo>
                      <a:pt x="360" y="1439"/>
                      <a:pt x="345" y="1445"/>
                      <a:pt x="330" y="144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3374280" y="221760"/>
                <a:ext cx="948240" cy="947880"/>
              </a:xfrm>
              <a:custGeom>
                <a:avLst/>
                <a:gdLst/>
                <a:ahLst/>
                <a:cxnLst/>
                <a:rect l="l" t="t" r="r" b="b"/>
                <a:pathLst>
                  <a:path w="2634" h="2633" extrusionOk="0">
                    <a:moveTo>
                      <a:pt x="56" y="1327"/>
                    </a:moveTo>
                    <a:lnTo>
                      <a:pt x="1328" y="2577"/>
                    </a:lnTo>
                    <a:lnTo>
                      <a:pt x="2578" y="1305"/>
                    </a:lnTo>
                    <a:lnTo>
                      <a:pt x="1306" y="55"/>
                    </a:lnTo>
                    <a:lnTo>
                      <a:pt x="56" y="1327"/>
                    </a:lnTo>
                    <a:moveTo>
                      <a:pt x="1328" y="2633"/>
                    </a:moveTo>
                    <a:cubicBezTo>
                      <a:pt x="1322" y="2633"/>
                      <a:pt x="1316" y="2630"/>
                      <a:pt x="1312" y="2626"/>
                    </a:cubicBezTo>
                    <a:lnTo>
                      <a:pt x="7" y="1344"/>
                    </a:lnTo>
                    <a:cubicBezTo>
                      <a:pt x="3" y="1339"/>
                      <a:pt x="0" y="1334"/>
                      <a:pt x="0" y="1328"/>
                    </a:cubicBezTo>
                    <a:cubicBezTo>
                      <a:pt x="0" y="1321"/>
                      <a:pt x="2" y="1316"/>
                      <a:pt x="7" y="1311"/>
                    </a:cubicBezTo>
                    <a:lnTo>
                      <a:pt x="1289" y="6"/>
                    </a:lnTo>
                    <a:cubicBezTo>
                      <a:pt x="1298" y="-2"/>
                      <a:pt x="1313" y="-3"/>
                      <a:pt x="1322" y="6"/>
                    </a:cubicBezTo>
                    <a:lnTo>
                      <a:pt x="2627" y="1288"/>
                    </a:lnTo>
                    <a:cubicBezTo>
                      <a:pt x="2631" y="1293"/>
                      <a:pt x="2634" y="1299"/>
                      <a:pt x="2634" y="1305"/>
                    </a:cubicBezTo>
                    <a:cubicBezTo>
                      <a:pt x="2634" y="1311"/>
                      <a:pt x="2631" y="1317"/>
                      <a:pt x="2627" y="1321"/>
                    </a:cubicBezTo>
                    <a:lnTo>
                      <a:pt x="1345" y="2626"/>
                    </a:lnTo>
                    <a:cubicBezTo>
                      <a:pt x="1340" y="2630"/>
                      <a:pt x="1334" y="2632"/>
                      <a:pt x="1328" y="263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18"/>
              <p:cNvSpPr/>
              <p:nvPr/>
            </p:nvSpPr>
            <p:spPr>
              <a:xfrm>
                <a:off x="3615120" y="462240"/>
                <a:ext cx="466560" cy="466560"/>
              </a:xfrm>
              <a:custGeom>
                <a:avLst/>
                <a:gdLst/>
                <a:ahLst/>
                <a:cxnLst/>
                <a:rect l="l" t="t" r="r" b="b"/>
                <a:pathLst>
                  <a:path w="1296" h="1296" extrusionOk="0">
                    <a:moveTo>
                      <a:pt x="11" y="653"/>
                    </a:moveTo>
                    <a:lnTo>
                      <a:pt x="653" y="1285"/>
                    </a:lnTo>
                    <a:lnTo>
                      <a:pt x="1285" y="642"/>
                    </a:lnTo>
                    <a:lnTo>
                      <a:pt x="642" y="11"/>
                    </a:lnTo>
                    <a:lnTo>
                      <a:pt x="11" y="653"/>
                    </a:lnTo>
                    <a:moveTo>
                      <a:pt x="653" y="1296"/>
                    </a:moveTo>
                    <a:cubicBezTo>
                      <a:pt x="652" y="1296"/>
                      <a:pt x="651" y="1296"/>
                      <a:pt x="650" y="1295"/>
                    </a:cubicBezTo>
                    <a:lnTo>
                      <a:pt x="1" y="657"/>
                    </a:lnTo>
                    <a:cubicBezTo>
                      <a:pt x="1" y="656"/>
                      <a:pt x="0" y="655"/>
                      <a:pt x="0" y="654"/>
                    </a:cubicBezTo>
                    <a:cubicBezTo>
                      <a:pt x="0" y="653"/>
                      <a:pt x="1" y="651"/>
                      <a:pt x="1" y="651"/>
                    </a:cubicBezTo>
                    <a:lnTo>
                      <a:pt x="639" y="1"/>
                    </a:lnTo>
                    <a:cubicBezTo>
                      <a:pt x="641" y="0"/>
                      <a:pt x="644" y="0"/>
                      <a:pt x="645" y="1"/>
                    </a:cubicBezTo>
                    <a:lnTo>
                      <a:pt x="1294" y="639"/>
                    </a:lnTo>
                    <a:cubicBezTo>
                      <a:pt x="1295" y="640"/>
                      <a:pt x="1296" y="641"/>
                      <a:pt x="1296" y="642"/>
                    </a:cubicBezTo>
                    <a:cubicBezTo>
                      <a:pt x="1296" y="644"/>
                      <a:pt x="1295" y="645"/>
                      <a:pt x="1294" y="646"/>
                    </a:cubicBezTo>
                    <a:lnTo>
                      <a:pt x="657" y="1294"/>
                    </a:lnTo>
                    <a:cubicBezTo>
                      <a:pt x="656" y="1296"/>
                      <a:pt x="655" y="1296"/>
                      <a:pt x="653" y="12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3639240" y="483480"/>
                <a:ext cx="609120" cy="6120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700" extrusionOk="0">
                    <a:moveTo>
                      <a:pt x="591" y="1700"/>
                    </a:moveTo>
                    <a:cubicBezTo>
                      <a:pt x="575" y="1701"/>
                      <a:pt x="560" y="1695"/>
                      <a:pt x="549" y="1683"/>
                    </a:cubicBezTo>
                    <a:lnTo>
                      <a:pt x="18" y="1162"/>
                    </a:lnTo>
                    <a:cubicBezTo>
                      <a:pt x="-5" y="1139"/>
                      <a:pt x="-5" y="1102"/>
                      <a:pt x="17" y="1078"/>
                    </a:cubicBezTo>
                    <a:cubicBezTo>
                      <a:pt x="40" y="1056"/>
                      <a:pt x="78" y="1055"/>
                      <a:pt x="100" y="1078"/>
                    </a:cubicBezTo>
                    <a:lnTo>
                      <a:pt x="589" y="1558"/>
                    </a:lnTo>
                    <a:lnTo>
                      <a:pt x="1550" y="581"/>
                    </a:lnTo>
                    <a:lnTo>
                      <a:pt x="1061" y="100"/>
                    </a:lnTo>
                    <a:cubicBezTo>
                      <a:pt x="1038" y="77"/>
                      <a:pt x="1038" y="40"/>
                      <a:pt x="1061" y="17"/>
                    </a:cubicBezTo>
                    <a:cubicBezTo>
                      <a:pt x="1083" y="-6"/>
                      <a:pt x="1121" y="-6"/>
                      <a:pt x="1144" y="16"/>
                    </a:cubicBezTo>
                    <a:lnTo>
                      <a:pt x="1675" y="538"/>
                    </a:lnTo>
                    <a:cubicBezTo>
                      <a:pt x="1698" y="561"/>
                      <a:pt x="1698" y="598"/>
                      <a:pt x="1675" y="621"/>
                    </a:cubicBezTo>
                    <a:lnTo>
                      <a:pt x="632" y="1683"/>
                    </a:lnTo>
                    <a:cubicBezTo>
                      <a:pt x="621" y="1694"/>
                      <a:pt x="606" y="1700"/>
                      <a:pt x="591" y="17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3488605" y="718043"/>
                <a:ext cx="319680" cy="314640"/>
              </a:xfrm>
              <a:custGeom>
                <a:avLst/>
                <a:gdLst/>
                <a:ahLst/>
                <a:cxnLst/>
                <a:rect l="l" t="t" r="r" b="b"/>
                <a:pathLst>
                  <a:path w="888" h="874" extrusionOk="0">
                    <a:moveTo>
                      <a:pt x="829" y="874"/>
                    </a:moveTo>
                    <a:cubicBezTo>
                      <a:pt x="814" y="874"/>
                      <a:pt x="800" y="868"/>
                      <a:pt x="788" y="857"/>
                    </a:cubicBezTo>
                    <a:lnTo>
                      <a:pt x="18" y="100"/>
                    </a:lnTo>
                    <a:cubicBezTo>
                      <a:pt x="-5" y="78"/>
                      <a:pt x="-6" y="40"/>
                      <a:pt x="17" y="17"/>
                    </a:cubicBezTo>
                    <a:cubicBezTo>
                      <a:pt x="40" y="-6"/>
                      <a:pt x="77" y="-6"/>
                      <a:pt x="100" y="17"/>
                    </a:cubicBezTo>
                    <a:lnTo>
                      <a:pt x="870" y="773"/>
                    </a:lnTo>
                    <a:cubicBezTo>
                      <a:pt x="894" y="796"/>
                      <a:pt x="894" y="833"/>
                      <a:pt x="871" y="857"/>
                    </a:cubicBezTo>
                    <a:cubicBezTo>
                      <a:pt x="860" y="868"/>
                      <a:pt x="845" y="874"/>
                      <a:pt x="829" y="87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91" name="Google Shape;391;p18"/>
            <p:cNvCxnSpPr/>
            <p:nvPr/>
          </p:nvCxnSpPr>
          <p:spPr>
            <a:xfrm rot="10800000" flipH="1">
              <a:off x="8023400" y="205025"/>
              <a:ext cx="516600" cy="516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392" name="Google Shape;392;p18"/>
          <p:cNvSpPr txBox="1">
            <a:spLocks noGrp="1"/>
          </p:cNvSpPr>
          <p:nvPr>
            <p:ph type="subTitle" idx="1"/>
          </p:nvPr>
        </p:nvSpPr>
        <p:spPr>
          <a:xfrm>
            <a:off x="720000" y="1757850"/>
            <a:ext cx="3779400" cy="10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18"/>
          <p:cNvSpPr txBox="1">
            <a:spLocks noGrp="1"/>
          </p:cNvSpPr>
          <p:nvPr>
            <p:ph type="subTitle" idx="2"/>
          </p:nvPr>
        </p:nvSpPr>
        <p:spPr>
          <a:xfrm>
            <a:off x="4644503" y="1757850"/>
            <a:ext cx="3779400" cy="10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18"/>
          <p:cNvSpPr txBox="1">
            <a:spLocks noGrp="1"/>
          </p:cNvSpPr>
          <p:nvPr>
            <p:ph type="subTitle" idx="3"/>
          </p:nvPr>
        </p:nvSpPr>
        <p:spPr>
          <a:xfrm>
            <a:off x="720000" y="3418425"/>
            <a:ext cx="3779400" cy="10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8"/>
          <p:cNvSpPr txBox="1">
            <a:spLocks noGrp="1"/>
          </p:cNvSpPr>
          <p:nvPr>
            <p:ph type="subTitle" idx="4"/>
          </p:nvPr>
        </p:nvSpPr>
        <p:spPr>
          <a:xfrm>
            <a:off x="4644503" y="3418425"/>
            <a:ext cx="3779400" cy="10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18"/>
          <p:cNvSpPr txBox="1">
            <a:spLocks noGrp="1"/>
          </p:cNvSpPr>
          <p:nvPr>
            <p:ph type="subTitle" idx="5"/>
          </p:nvPr>
        </p:nvSpPr>
        <p:spPr>
          <a:xfrm>
            <a:off x="720001" y="1372850"/>
            <a:ext cx="3779400" cy="46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7" name="Google Shape;397;p18"/>
          <p:cNvSpPr txBox="1">
            <a:spLocks noGrp="1"/>
          </p:cNvSpPr>
          <p:nvPr>
            <p:ph type="subTitle" idx="6"/>
          </p:nvPr>
        </p:nvSpPr>
        <p:spPr>
          <a:xfrm>
            <a:off x="720001" y="3033397"/>
            <a:ext cx="3779400" cy="46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8" name="Google Shape;398;p18"/>
          <p:cNvSpPr txBox="1">
            <a:spLocks noGrp="1"/>
          </p:cNvSpPr>
          <p:nvPr>
            <p:ph type="subTitle" idx="7"/>
          </p:nvPr>
        </p:nvSpPr>
        <p:spPr>
          <a:xfrm>
            <a:off x="4644475" y="1372850"/>
            <a:ext cx="3779400" cy="46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9" name="Google Shape;399;p18"/>
          <p:cNvSpPr txBox="1">
            <a:spLocks noGrp="1"/>
          </p:cNvSpPr>
          <p:nvPr>
            <p:ph type="subTitle" idx="8"/>
          </p:nvPr>
        </p:nvSpPr>
        <p:spPr>
          <a:xfrm>
            <a:off x="4644475" y="3033397"/>
            <a:ext cx="3779400" cy="46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0" name="Google Shape;400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7879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●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○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■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●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○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■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●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○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■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6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81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erato-shakung-94985160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3"/>
          <p:cNvSpPr txBox="1">
            <a:spLocks noGrp="1"/>
          </p:cNvSpPr>
          <p:nvPr>
            <p:ph type="ctrTitle"/>
          </p:nvPr>
        </p:nvSpPr>
        <p:spPr>
          <a:xfrm>
            <a:off x="738868" y="964033"/>
            <a:ext cx="7391362" cy="19064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b="0" dirty="0"/>
              <a:t>Sales Performance Review</a:t>
            </a:r>
            <a:endParaRPr sz="47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57414-5DDB-44F1-3736-F1A40CDA1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0444" y="3475783"/>
            <a:ext cx="5048211" cy="584221"/>
          </a:xfrm>
        </p:spPr>
        <p:txBody>
          <a:bodyPr/>
          <a:lstStyle/>
          <a:p>
            <a:r>
              <a:rPr lang="en-US" i="1" dirty="0"/>
              <a:t>Presented by Lerato Shakung (Junior Data Analyst)</a:t>
            </a:r>
            <a:endParaRPr lang="en-ZA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7478D-7450-CEAA-5FE7-B9EF31126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6371" y="-703474"/>
            <a:ext cx="7135026" cy="35739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5"/>
          <p:cNvSpPr txBox="1">
            <a:spLocks noGrp="1"/>
          </p:cNvSpPr>
          <p:nvPr>
            <p:ph type="title" idx="15"/>
          </p:nvPr>
        </p:nvSpPr>
        <p:spPr>
          <a:xfrm>
            <a:off x="720000" y="539500"/>
            <a:ext cx="530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41" name="Google Shape;841;p35"/>
          <p:cNvSpPr txBox="1">
            <a:spLocks noGrp="1"/>
          </p:cNvSpPr>
          <p:nvPr>
            <p:ph type="title"/>
          </p:nvPr>
        </p:nvSpPr>
        <p:spPr>
          <a:xfrm>
            <a:off x="720000" y="1677348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42" name="Google Shape;842;p35"/>
          <p:cNvSpPr txBox="1">
            <a:spLocks noGrp="1"/>
          </p:cNvSpPr>
          <p:nvPr>
            <p:ph type="title" idx="2"/>
          </p:nvPr>
        </p:nvSpPr>
        <p:spPr>
          <a:xfrm>
            <a:off x="3372138" y="167735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843" name="Google Shape;843;p35"/>
          <p:cNvSpPr txBox="1">
            <a:spLocks noGrp="1"/>
          </p:cNvSpPr>
          <p:nvPr>
            <p:ph type="title" idx="3"/>
          </p:nvPr>
        </p:nvSpPr>
        <p:spPr>
          <a:xfrm>
            <a:off x="720000" y="2978959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44" name="Google Shape;844;p35"/>
          <p:cNvSpPr txBox="1">
            <a:spLocks noGrp="1"/>
          </p:cNvSpPr>
          <p:nvPr>
            <p:ph type="title" idx="4"/>
          </p:nvPr>
        </p:nvSpPr>
        <p:spPr>
          <a:xfrm>
            <a:off x="6024288" y="167736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45" name="Google Shape;845;p35"/>
          <p:cNvSpPr txBox="1">
            <a:spLocks noGrp="1"/>
          </p:cNvSpPr>
          <p:nvPr>
            <p:ph type="title" idx="5"/>
          </p:nvPr>
        </p:nvSpPr>
        <p:spPr>
          <a:xfrm>
            <a:off x="3372150" y="2978969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46" name="Google Shape;846;p35"/>
          <p:cNvSpPr txBox="1">
            <a:spLocks noGrp="1"/>
          </p:cNvSpPr>
          <p:nvPr>
            <p:ph type="title" idx="6"/>
          </p:nvPr>
        </p:nvSpPr>
        <p:spPr>
          <a:xfrm>
            <a:off x="6024288" y="29789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47" name="Google Shape;847;p35"/>
          <p:cNvSpPr txBox="1">
            <a:spLocks noGrp="1"/>
          </p:cNvSpPr>
          <p:nvPr>
            <p:ph type="subTitle" idx="1"/>
          </p:nvPr>
        </p:nvSpPr>
        <p:spPr>
          <a:xfrm>
            <a:off x="720000" y="220162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848" name="Google Shape;848;p35"/>
          <p:cNvSpPr txBox="1">
            <a:spLocks noGrp="1"/>
          </p:cNvSpPr>
          <p:nvPr>
            <p:ph type="subTitle" idx="7"/>
          </p:nvPr>
        </p:nvSpPr>
        <p:spPr>
          <a:xfrm>
            <a:off x="720000" y="3503228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Snapshot</a:t>
            </a:r>
            <a:endParaRPr dirty="0"/>
          </a:p>
        </p:txBody>
      </p:sp>
      <p:sp>
        <p:nvSpPr>
          <p:cNvPr id="849" name="Google Shape;849;p35"/>
          <p:cNvSpPr txBox="1">
            <a:spLocks noGrp="1"/>
          </p:cNvSpPr>
          <p:nvPr>
            <p:ph type="subTitle" idx="8"/>
          </p:nvPr>
        </p:nvSpPr>
        <p:spPr>
          <a:xfrm>
            <a:off x="3372161" y="3503249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Recommendation</a:t>
            </a:r>
            <a:endParaRPr dirty="0"/>
          </a:p>
        </p:txBody>
      </p:sp>
      <p:sp>
        <p:nvSpPr>
          <p:cNvPr id="850" name="Google Shape;850;p35"/>
          <p:cNvSpPr txBox="1">
            <a:spLocks noGrp="1"/>
          </p:cNvSpPr>
          <p:nvPr>
            <p:ph type="subTitle" idx="9"/>
          </p:nvPr>
        </p:nvSpPr>
        <p:spPr>
          <a:xfrm>
            <a:off x="3372149" y="220167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Insights &amp; Analysis</a:t>
            </a:r>
            <a:endParaRPr dirty="0"/>
          </a:p>
        </p:txBody>
      </p:sp>
      <p:sp>
        <p:nvSpPr>
          <p:cNvPr id="851" name="Google Shape;851;p35"/>
          <p:cNvSpPr txBox="1">
            <a:spLocks noGrp="1"/>
          </p:cNvSpPr>
          <p:nvPr>
            <p:ph type="subTitle" idx="13"/>
          </p:nvPr>
        </p:nvSpPr>
        <p:spPr>
          <a:xfrm>
            <a:off x="6024299" y="220167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Next Steps &amp; Action</a:t>
            </a:r>
            <a:endParaRPr dirty="0"/>
          </a:p>
        </p:txBody>
      </p:sp>
      <p:sp>
        <p:nvSpPr>
          <p:cNvPr id="852" name="Google Shape;852;p35"/>
          <p:cNvSpPr txBox="1">
            <a:spLocks noGrp="1"/>
          </p:cNvSpPr>
          <p:nvPr>
            <p:ph type="subTitle" idx="14"/>
          </p:nvPr>
        </p:nvSpPr>
        <p:spPr>
          <a:xfrm>
            <a:off x="6024299" y="3503296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4">
            <a:extLst>
              <a:ext uri="{FF2B5EF4-FFF2-40B4-BE49-F238E27FC236}">
                <a16:creationId xmlns:a16="http://schemas.microsoft.com/office/drawing/2014/main" id="{87877DD4-72B5-0E7A-0620-BFBFFDA73342}"/>
              </a:ext>
            </a:extLst>
          </p:cNvPr>
          <p:cNvSpPr/>
          <p:nvPr/>
        </p:nvSpPr>
        <p:spPr>
          <a:xfrm>
            <a:off x="80010" y="0"/>
            <a:ext cx="49377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342900">
              <a:buClrTx/>
            </a:pPr>
            <a:r>
              <a:rPr lang="en-US" sz="36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3600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EAF8767-A08C-8364-D793-5A814E66D4C3}"/>
              </a:ext>
            </a:extLst>
          </p:cNvPr>
          <p:cNvSpPr/>
          <p:nvPr/>
        </p:nvSpPr>
        <p:spPr>
          <a:xfrm>
            <a:off x="80010" y="548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342900">
              <a:buClrTx/>
            </a:pPr>
            <a:r>
              <a:rPr lang="en-US" sz="3000" kern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000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6BD40709-C7BF-6E38-EFD4-2DCDE32E8BD3}"/>
              </a:ext>
            </a:extLst>
          </p:cNvPr>
          <p:cNvSpPr/>
          <p:nvPr/>
        </p:nvSpPr>
        <p:spPr>
          <a:xfrm>
            <a:off x="186145" y="1145286"/>
            <a:ext cx="3771900" cy="20574"/>
          </a:xfrm>
          <a:prstGeom prst="rect">
            <a:avLst/>
          </a:prstGeom>
          <a:solidFill>
            <a:srgbClr val="A8C6E0"/>
          </a:solidFill>
          <a:ln w="12700">
            <a:solidFill>
              <a:srgbClr val="A8C6E0"/>
            </a:solidFill>
            <a:prstDash val="solid"/>
          </a:ln>
        </p:spPr>
        <p:txBody>
          <a:bodyPr/>
          <a:lstStyle/>
          <a:p>
            <a:pPr defTabSz="342900">
              <a:buClrTx/>
            </a:pPr>
            <a:endParaRPr lang="en-ZA" sz="1350" kern="120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5E2663C-3085-3109-3E3B-584E7EFF3C7B}"/>
              </a:ext>
            </a:extLst>
          </p:cNvPr>
          <p:cNvSpPr/>
          <p:nvPr/>
        </p:nvSpPr>
        <p:spPr>
          <a:xfrm>
            <a:off x="0" y="1213866"/>
            <a:ext cx="24003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342900">
              <a:buClrTx/>
            </a:pPr>
            <a:r>
              <a:rPr lang="en-US" sz="788" kern="1200" dirty="0">
                <a:solidFill>
                  <a:srgbClr val="D6E4F0"/>
                </a:solidFill>
                <a:latin typeface="Palatino Linotype" panose="02040502050505030304"/>
                <a:ea typeface="+mn-ea"/>
                <a:cs typeface="+mn-cs"/>
              </a:rPr>
              <a:t>📅  Jan 2014 – Jul 2015  |  19 Months</a:t>
            </a:r>
            <a:endParaRPr lang="en-US" sz="788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A6E36F2-4FBF-438F-2CBF-4A748C686959}"/>
              </a:ext>
            </a:extLst>
          </p:cNvPr>
          <p:cNvSpPr/>
          <p:nvPr/>
        </p:nvSpPr>
        <p:spPr>
          <a:xfrm>
            <a:off x="186145" y="2023110"/>
            <a:ext cx="1954530" cy="1097280"/>
          </a:xfrm>
          <a:prstGeom prst="rect">
            <a:avLst/>
          </a:prstGeom>
          <a:solidFill>
            <a:srgbClr val="142236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pPr defTabSz="342900">
              <a:buClrTx/>
            </a:pPr>
            <a:endParaRPr lang="en-ZA" sz="1350" kern="120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24695C0-A802-B59B-3118-6DFED57F7F26}"/>
              </a:ext>
            </a:extLst>
          </p:cNvPr>
          <p:cNvSpPr/>
          <p:nvPr/>
        </p:nvSpPr>
        <p:spPr>
          <a:xfrm>
            <a:off x="186145" y="209169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342900">
              <a:buClrTx/>
            </a:pPr>
            <a:r>
              <a:rPr lang="en-US" sz="1350" kern="1200" dirty="0">
                <a:latin typeface="Palatino Linotype" panose="02040502050505030304"/>
                <a:ea typeface="+mn-ea"/>
                <a:cs typeface="+mn-cs"/>
              </a:rPr>
              <a:t>🚙</a:t>
            </a:r>
            <a:endParaRPr lang="en-US" sz="1350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73C5364A-5C66-DABA-5CE6-EF6B5C68C081}"/>
              </a:ext>
            </a:extLst>
          </p:cNvPr>
          <p:cNvSpPr/>
          <p:nvPr/>
        </p:nvSpPr>
        <p:spPr>
          <a:xfrm>
            <a:off x="186145" y="2366010"/>
            <a:ext cx="19545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342900">
              <a:buClrTx/>
            </a:pPr>
            <a:r>
              <a:rPr lang="en-US" sz="1650" b="1" kern="1200" dirty="0">
                <a:solidFill>
                  <a:srgbClr val="E8A838"/>
                </a:solidFill>
                <a:latin typeface="Palatino Linotype" panose="02040502050505030304"/>
                <a:ea typeface="+mn-ea"/>
                <a:cs typeface="+mn-cs"/>
              </a:rPr>
              <a:t>559k</a:t>
            </a:r>
            <a:endParaRPr lang="en-US" sz="1650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69EAB1C-DA51-AE7E-68CC-D3D5C8140CF8}"/>
              </a:ext>
            </a:extLst>
          </p:cNvPr>
          <p:cNvSpPr/>
          <p:nvPr/>
        </p:nvSpPr>
        <p:spPr>
          <a:xfrm>
            <a:off x="186145" y="2674620"/>
            <a:ext cx="19545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342900">
              <a:buClrTx/>
            </a:pPr>
            <a:r>
              <a:rPr lang="en-US" sz="713" kern="1200" dirty="0">
                <a:solidFill>
                  <a:srgbClr val="A8C6E0"/>
                </a:solidFill>
                <a:latin typeface="Palatino Linotype" panose="02040502050505030304"/>
                <a:ea typeface="+mn-ea"/>
                <a:cs typeface="+mn-cs"/>
              </a:rPr>
              <a:t>Total Units Sold</a:t>
            </a:r>
            <a:endParaRPr lang="en-US" sz="713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6EBA8EE4-9D8F-FEBC-CBE1-8E3394F07EB8}"/>
              </a:ext>
            </a:extLst>
          </p:cNvPr>
          <p:cNvSpPr/>
          <p:nvPr/>
        </p:nvSpPr>
        <p:spPr>
          <a:xfrm>
            <a:off x="4369525" y="2023110"/>
            <a:ext cx="1954530" cy="1097280"/>
          </a:xfrm>
          <a:prstGeom prst="rect">
            <a:avLst/>
          </a:prstGeom>
          <a:solidFill>
            <a:srgbClr val="142236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pPr defTabSz="342900">
              <a:buClrTx/>
            </a:pPr>
            <a:endParaRPr lang="en-ZA" sz="1350" kern="120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5B057114-F283-2548-1445-69AB5853BC12}"/>
              </a:ext>
            </a:extLst>
          </p:cNvPr>
          <p:cNvSpPr/>
          <p:nvPr/>
        </p:nvSpPr>
        <p:spPr>
          <a:xfrm>
            <a:off x="4369525" y="209169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342900">
              <a:buClrTx/>
            </a:pPr>
            <a:r>
              <a:rPr lang="en-US" sz="1350" kern="1200" dirty="0">
                <a:latin typeface="Palatino Linotype" panose="02040502050505030304"/>
                <a:ea typeface="+mn-ea"/>
                <a:cs typeface="+mn-cs"/>
              </a:rPr>
              <a:t>📊</a:t>
            </a:r>
            <a:endParaRPr lang="en-US" sz="1350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63738CF7-CEED-593B-3EBC-D9DAFF725652}"/>
              </a:ext>
            </a:extLst>
          </p:cNvPr>
          <p:cNvSpPr/>
          <p:nvPr/>
        </p:nvSpPr>
        <p:spPr>
          <a:xfrm>
            <a:off x="4369525" y="2366010"/>
            <a:ext cx="19545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342900">
              <a:buClrTx/>
            </a:pPr>
            <a:r>
              <a:rPr lang="en-US" sz="1650" b="1" kern="1200" dirty="0">
                <a:solidFill>
                  <a:srgbClr val="E8A838"/>
                </a:solidFill>
                <a:latin typeface="Palatino Linotype" panose="02040502050505030304"/>
                <a:ea typeface="+mn-ea"/>
                <a:cs typeface="+mn-cs"/>
              </a:rPr>
              <a:t>$ 13.6K</a:t>
            </a:r>
            <a:endParaRPr lang="en-US" sz="1650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CFCFBB82-9923-19C6-3205-5DC49490E693}"/>
              </a:ext>
            </a:extLst>
          </p:cNvPr>
          <p:cNvSpPr/>
          <p:nvPr/>
        </p:nvSpPr>
        <p:spPr>
          <a:xfrm>
            <a:off x="4369525" y="2674620"/>
            <a:ext cx="19545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342900">
              <a:buClrTx/>
            </a:pPr>
            <a:r>
              <a:rPr lang="en-US" sz="713" kern="1200" dirty="0">
                <a:solidFill>
                  <a:srgbClr val="A8C6E0"/>
                </a:solidFill>
                <a:latin typeface="Palatino Linotype" panose="02040502050505030304"/>
                <a:ea typeface="+mn-ea"/>
                <a:cs typeface="+mn-cs"/>
              </a:rPr>
              <a:t>Avg Sale Price</a:t>
            </a:r>
            <a:endParaRPr lang="en-US" sz="713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A46A5B6F-3ACF-8172-23D2-BC7BF0C0DF71}"/>
              </a:ext>
            </a:extLst>
          </p:cNvPr>
          <p:cNvSpPr/>
          <p:nvPr/>
        </p:nvSpPr>
        <p:spPr>
          <a:xfrm>
            <a:off x="2277835" y="2023110"/>
            <a:ext cx="1954530" cy="1097280"/>
          </a:xfrm>
          <a:prstGeom prst="rect">
            <a:avLst/>
          </a:prstGeom>
          <a:solidFill>
            <a:srgbClr val="142236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pPr defTabSz="342900">
              <a:buClrTx/>
            </a:pPr>
            <a:endParaRPr lang="en-ZA" sz="1350" kern="120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831E7F55-B55E-5624-EEFA-4495B6EBCFFD}"/>
              </a:ext>
            </a:extLst>
          </p:cNvPr>
          <p:cNvSpPr/>
          <p:nvPr/>
        </p:nvSpPr>
        <p:spPr>
          <a:xfrm>
            <a:off x="2277835" y="209169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342900">
              <a:buClrTx/>
            </a:pPr>
            <a:r>
              <a:rPr lang="en-US" sz="1350" kern="1200" dirty="0">
                <a:latin typeface="Palatino Linotype" panose="02040502050505030304"/>
                <a:ea typeface="+mn-ea"/>
                <a:cs typeface="+mn-cs"/>
              </a:rPr>
              <a:t>💰</a:t>
            </a:r>
            <a:endParaRPr lang="en-US" sz="1350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5F3ED87D-A890-0D0C-A89E-266277AA4841}"/>
              </a:ext>
            </a:extLst>
          </p:cNvPr>
          <p:cNvSpPr/>
          <p:nvPr/>
        </p:nvSpPr>
        <p:spPr>
          <a:xfrm>
            <a:off x="2277835" y="2366010"/>
            <a:ext cx="19545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342900">
              <a:buClrTx/>
            </a:pPr>
            <a:r>
              <a:rPr lang="en-US" sz="1650" b="1" kern="1200" dirty="0">
                <a:solidFill>
                  <a:srgbClr val="E8A838"/>
                </a:solidFill>
                <a:latin typeface="Palatino Linotype" panose="02040502050505030304"/>
                <a:ea typeface="+mn-ea"/>
                <a:cs typeface="+mn-cs"/>
              </a:rPr>
              <a:t>$ 7.61bn</a:t>
            </a: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D0FD9633-36E8-5D46-8912-4EE50F8C4E0C}"/>
              </a:ext>
            </a:extLst>
          </p:cNvPr>
          <p:cNvSpPr/>
          <p:nvPr/>
        </p:nvSpPr>
        <p:spPr>
          <a:xfrm>
            <a:off x="2277835" y="2674620"/>
            <a:ext cx="19545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342900">
              <a:buClrTx/>
            </a:pPr>
            <a:r>
              <a:rPr lang="en-US" sz="713" kern="1200" dirty="0">
                <a:solidFill>
                  <a:srgbClr val="A8C6E0"/>
                </a:solidFill>
                <a:latin typeface="Palatino Linotype" panose="02040502050505030304"/>
                <a:ea typeface="+mn-ea"/>
                <a:cs typeface="+mn-cs"/>
              </a:rPr>
              <a:t>Total Revenue</a:t>
            </a:r>
            <a:endParaRPr lang="en-US" sz="713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36E31E10-EA8E-A2A8-59FB-30B57242531D}"/>
              </a:ext>
            </a:extLst>
          </p:cNvPr>
          <p:cNvSpPr/>
          <p:nvPr/>
        </p:nvSpPr>
        <p:spPr>
          <a:xfrm>
            <a:off x="6608716" y="2023110"/>
            <a:ext cx="1954530" cy="1097280"/>
          </a:xfrm>
          <a:prstGeom prst="rect">
            <a:avLst/>
          </a:prstGeom>
          <a:solidFill>
            <a:srgbClr val="142236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pPr defTabSz="342900">
              <a:buClrTx/>
            </a:pPr>
            <a:endParaRPr lang="en-ZA" sz="1350" kern="120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585AF07D-B36E-5B05-D942-3D77E4BE88E3}"/>
              </a:ext>
            </a:extLst>
          </p:cNvPr>
          <p:cNvSpPr/>
          <p:nvPr/>
        </p:nvSpPr>
        <p:spPr>
          <a:xfrm>
            <a:off x="6608716" y="209169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342900">
              <a:buClrTx/>
            </a:pPr>
            <a:r>
              <a:rPr lang="en-US" sz="1350" kern="1200" dirty="0">
                <a:latin typeface="Palatino Linotype" panose="02040502050505030304"/>
              </a:rPr>
              <a:t>💰</a:t>
            </a:r>
            <a:endParaRPr lang="en-US" sz="1350" kern="1200" dirty="0">
              <a:solidFill>
                <a:prstClr val="black"/>
              </a:solidFill>
              <a:latin typeface="Palatino Linotype" panose="02040502050505030304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B7DEDBA3-DC01-DFE2-8C7A-7BFA939137A3}"/>
              </a:ext>
            </a:extLst>
          </p:cNvPr>
          <p:cNvSpPr/>
          <p:nvPr/>
        </p:nvSpPr>
        <p:spPr>
          <a:xfrm>
            <a:off x="6608716" y="2366010"/>
            <a:ext cx="19545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342900">
              <a:buClrTx/>
            </a:pPr>
            <a:r>
              <a:rPr lang="en-US" sz="1650" b="1" kern="1200" dirty="0">
                <a:solidFill>
                  <a:srgbClr val="E8A838"/>
                </a:solidFill>
                <a:latin typeface="Palatino Linotype" panose="02040502050505030304"/>
                <a:ea typeface="+mn-ea"/>
                <a:cs typeface="+mn-cs"/>
              </a:rPr>
              <a:t>-88.3m</a:t>
            </a:r>
            <a:endParaRPr lang="en-US" sz="1650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614C6712-2581-2030-9D5B-15C15E3C2D8E}"/>
              </a:ext>
            </a:extLst>
          </p:cNvPr>
          <p:cNvSpPr/>
          <p:nvPr/>
        </p:nvSpPr>
        <p:spPr>
          <a:xfrm>
            <a:off x="6608716" y="2674620"/>
            <a:ext cx="19545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342900">
              <a:buClrTx/>
            </a:pPr>
            <a:r>
              <a:rPr lang="en-US" sz="713" kern="1200" dirty="0">
                <a:solidFill>
                  <a:srgbClr val="A8C6E0"/>
                </a:solidFill>
                <a:latin typeface="Palatino Linotype" panose="02040502050505030304"/>
                <a:ea typeface="+mn-ea"/>
                <a:cs typeface="+mn-cs"/>
              </a:rPr>
              <a:t>Profit Margin</a:t>
            </a:r>
            <a:endParaRPr lang="en-US" sz="713" kern="1200" dirty="0">
              <a:solidFill>
                <a:prstClr val="black"/>
              </a:solidFill>
              <a:latin typeface="Palatino Linotype" panose="02040502050505030304"/>
              <a:ea typeface="+mn-ea"/>
              <a:cs typeface="+mn-cs"/>
            </a:endParaRPr>
          </a:p>
        </p:txBody>
      </p:sp>
      <p:sp>
        <p:nvSpPr>
          <p:cNvPr id="35" name="Google Shape;874;p37">
            <a:extLst>
              <a:ext uri="{FF2B5EF4-FFF2-40B4-BE49-F238E27FC236}">
                <a16:creationId xmlns:a16="http://schemas.microsoft.com/office/drawing/2014/main" id="{FBEB0B5F-34E5-0677-8D17-7FD25FAB57FD}"/>
              </a:ext>
            </a:extLst>
          </p:cNvPr>
          <p:cNvSpPr txBox="1">
            <a:spLocks/>
          </p:cNvSpPr>
          <p:nvPr/>
        </p:nvSpPr>
        <p:spPr>
          <a:xfrm>
            <a:off x="6324055" y="1098512"/>
            <a:ext cx="1846752" cy="1477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6000" b="1" dirty="0">
                <a:solidFill>
                  <a:schemeClr val="dk2"/>
                </a:solidFill>
                <a:latin typeface="Assistant"/>
                <a:cs typeface="Assistant"/>
                <a:sym typeface="Assistant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6"/>
          <p:cNvSpPr txBox="1">
            <a:spLocks noGrp="1"/>
          </p:cNvSpPr>
          <p:nvPr>
            <p:ph type="title"/>
          </p:nvPr>
        </p:nvSpPr>
        <p:spPr>
          <a:xfrm>
            <a:off x="218799" y="773764"/>
            <a:ext cx="4641454" cy="6223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Business Snapshot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858" name="Google Shape;858;p36"/>
          <p:cNvSpPr txBox="1">
            <a:spLocks noGrp="1"/>
          </p:cNvSpPr>
          <p:nvPr>
            <p:ph type="subTitle" idx="1"/>
          </p:nvPr>
        </p:nvSpPr>
        <p:spPr>
          <a:xfrm>
            <a:off x="198681" y="1449949"/>
            <a:ext cx="4641455" cy="2830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chemeClr val="accent2"/>
                </a:solidFill>
              </a:rPr>
              <a:t>Dataset spans 19 months: January 2014 through July 2015</a:t>
            </a:r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chemeClr val="accent2"/>
                </a:solidFill>
              </a:rPr>
              <a:t>558 811 vehicles sold across 4 major regions in USA.</a:t>
            </a:r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chemeClr val="accent2"/>
                </a:solidFill>
              </a:rPr>
              <a:t>Total revenue of $7.61bn with average transaction value of $ 13.6K</a:t>
            </a:r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chemeClr val="accent2"/>
                </a:solidFill>
              </a:rPr>
              <a:t>Ford, Chevrolet and Nissan are the top 3 volume brands</a:t>
            </a:r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chemeClr val="accent2"/>
                </a:solidFill>
              </a:rPr>
              <a:t>Sedan/Coupe represent the largest vehicle category at 33% of sales</a:t>
            </a:r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chemeClr val="accent2"/>
                </a:solidFill>
              </a:rPr>
              <a:t>40.5% unknown region, followed by West Coast which contributes 19.3% then Northeast at 17.7%, Midwest 14.1% and lastly Southwest only contributing 8.3%</a:t>
            </a:r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chemeClr val="accent2"/>
                </a:solidFill>
              </a:rPr>
              <a:t>Q1 2015 (Feb) outperforms other quarters in both years</a:t>
            </a:r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dirty="0">
                <a:solidFill>
                  <a:schemeClr val="accent2"/>
                </a:solidFill>
              </a:rPr>
              <a:t>Unfortunately, the company’s profit margin at a negative 88.3m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pic>
        <p:nvPicPr>
          <p:cNvPr id="859" name="Google Shape;859;p3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064" b="15824"/>
          <a:stretch/>
        </p:blipFill>
        <p:spPr>
          <a:xfrm>
            <a:off x="5019325" y="0"/>
            <a:ext cx="4124675" cy="5143500"/>
          </a:xfrm>
          <a:prstGeom prst="rect">
            <a:avLst/>
          </a:prstGeom>
        </p:spPr>
      </p:pic>
      <p:grpSp>
        <p:nvGrpSpPr>
          <p:cNvPr id="860" name="Google Shape;860;p36"/>
          <p:cNvGrpSpPr/>
          <p:nvPr/>
        </p:nvGrpSpPr>
        <p:grpSpPr>
          <a:xfrm>
            <a:off x="6975075" y="3463002"/>
            <a:ext cx="2078128" cy="2037981"/>
            <a:chOff x="6975075" y="3463002"/>
            <a:chExt cx="2078128" cy="2037981"/>
          </a:xfrm>
        </p:grpSpPr>
        <p:grpSp>
          <p:nvGrpSpPr>
            <p:cNvPr id="861" name="Google Shape;861;p36"/>
            <p:cNvGrpSpPr/>
            <p:nvPr/>
          </p:nvGrpSpPr>
          <p:grpSpPr>
            <a:xfrm>
              <a:off x="7015222" y="3463002"/>
              <a:ext cx="2037981" cy="2037981"/>
              <a:chOff x="231120" y="3754800"/>
              <a:chExt cx="1568160" cy="1568160"/>
            </a:xfrm>
          </p:grpSpPr>
          <p:sp>
            <p:nvSpPr>
              <p:cNvPr id="862" name="Google Shape;862;p36"/>
              <p:cNvSpPr/>
              <p:nvPr/>
            </p:nvSpPr>
            <p:spPr>
              <a:xfrm>
                <a:off x="848160" y="4339800"/>
                <a:ext cx="828720" cy="860760"/>
              </a:xfrm>
              <a:custGeom>
                <a:avLst/>
                <a:gdLst/>
                <a:ahLst/>
                <a:cxnLst/>
                <a:rect l="l" t="t" r="r" b="b"/>
                <a:pathLst>
                  <a:path w="2302" h="2391" extrusionOk="0">
                    <a:moveTo>
                      <a:pt x="480" y="2391"/>
                    </a:moveTo>
                    <a:cubicBezTo>
                      <a:pt x="454" y="2391"/>
                      <a:pt x="429" y="2381"/>
                      <a:pt x="410" y="2363"/>
                    </a:cubicBezTo>
                    <a:lnTo>
                      <a:pt x="29" y="1989"/>
                    </a:lnTo>
                    <a:cubicBezTo>
                      <a:pt x="-9" y="1951"/>
                      <a:pt x="-9" y="1889"/>
                      <a:pt x="28" y="1851"/>
                    </a:cubicBezTo>
                    <a:cubicBezTo>
                      <a:pt x="66" y="1813"/>
                      <a:pt x="128" y="1812"/>
                      <a:pt x="166" y="1850"/>
                    </a:cubicBezTo>
                    <a:lnTo>
                      <a:pt x="477" y="2156"/>
                    </a:lnTo>
                    <a:lnTo>
                      <a:pt x="2067" y="539"/>
                    </a:lnTo>
                    <a:lnTo>
                      <a:pt x="1688" y="167"/>
                    </a:lnTo>
                    <a:cubicBezTo>
                      <a:pt x="1650" y="129"/>
                      <a:pt x="1649" y="68"/>
                      <a:pt x="1687" y="29"/>
                    </a:cubicBezTo>
                    <a:cubicBezTo>
                      <a:pt x="1725" y="-9"/>
                      <a:pt x="1786" y="-10"/>
                      <a:pt x="1824" y="28"/>
                    </a:cubicBezTo>
                    <a:lnTo>
                      <a:pt x="2273" y="468"/>
                    </a:lnTo>
                    <a:cubicBezTo>
                      <a:pt x="2311" y="506"/>
                      <a:pt x="2311" y="568"/>
                      <a:pt x="2274" y="606"/>
                    </a:cubicBezTo>
                    <a:lnTo>
                      <a:pt x="548" y="2362"/>
                    </a:lnTo>
                    <a:cubicBezTo>
                      <a:pt x="530" y="2380"/>
                      <a:pt x="505" y="2391"/>
                      <a:pt x="480" y="239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36"/>
              <p:cNvSpPr/>
              <p:nvPr/>
            </p:nvSpPr>
            <p:spPr>
              <a:xfrm>
                <a:off x="973440" y="4538880"/>
                <a:ext cx="4176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6" extrusionOk="0">
                    <a:moveTo>
                      <a:pt x="99" y="99"/>
                    </a:moveTo>
                    <a:cubicBezTo>
                      <a:pt x="77" y="122"/>
                      <a:pt x="40" y="122"/>
                      <a:pt x="17" y="100"/>
                    </a:cubicBezTo>
                    <a:cubicBezTo>
                      <a:pt x="-5" y="77"/>
                      <a:pt x="-5" y="41"/>
                      <a:pt x="17" y="18"/>
                    </a:cubicBezTo>
                    <a:cubicBezTo>
                      <a:pt x="39" y="-5"/>
                      <a:pt x="76" y="-5"/>
                      <a:pt x="99" y="17"/>
                    </a:cubicBezTo>
                    <a:cubicBezTo>
                      <a:pt x="121" y="40"/>
                      <a:pt x="122" y="76"/>
                      <a:pt x="9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36"/>
              <p:cNvSpPr/>
              <p:nvPr/>
            </p:nvSpPr>
            <p:spPr>
              <a:xfrm>
                <a:off x="231120" y="3754800"/>
                <a:ext cx="1568160" cy="1568160"/>
              </a:xfrm>
              <a:custGeom>
                <a:avLst/>
                <a:gdLst/>
                <a:ahLst/>
                <a:cxnLst/>
                <a:rect l="l" t="t" r="r" b="b"/>
                <a:pathLst>
                  <a:path w="4356" h="4356" extrusionOk="0">
                    <a:moveTo>
                      <a:pt x="91" y="2196"/>
                    </a:moveTo>
                    <a:lnTo>
                      <a:pt x="2196" y="4264"/>
                    </a:lnTo>
                    <a:lnTo>
                      <a:pt x="4264" y="2160"/>
                    </a:lnTo>
                    <a:lnTo>
                      <a:pt x="2160" y="92"/>
                    </a:lnTo>
                    <a:lnTo>
                      <a:pt x="91" y="2196"/>
                    </a:lnTo>
                    <a:moveTo>
                      <a:pt x="2196" y="4356"/>
                    </a:moveTo>
                    <a:cubicBezTo>
                      <a:pt x="2187" y="4356"/>
                      <a:pt x="2177" y="4352"/>
                      <a:pt x="2169" y="4345"/>
                    </a:cubicBezTo>
                    <a:lnTo>
                      <a:pt x="11" y="2224"/>
                    </a:lnTo>
                    <a:cubicBezTo>
                      <a:pt x="4" y="2217"/>
                      <a:pt x="0" y="2207"/>
                      <a:pt x="0" y="2197"/>
                    </a:cubicBezTo>
                    <a:cubicBezTo>
                      <a:pt x="0" y="2187"/>
                      <a:pt x="4" y="2177"/>
                      <a:pt x="11" y="2170"/>
                    </a:cubicBezTo>
                    <a:lnTo>
                      <a:pt x="2132" y="11"/>
                    </a:lnTo>
                    <a:cubicBezTo>
                      <a:pt x="2147" y="-3"/>
                      <a:pt x="2171" y="-4"/>
                      <a:pt x="2186" y="11"/>
                    </a:cubicBezTo>
                    <a:lnTo>
                      <a:pt x="4344" y="2132"/>
                    </a:lnTo>
                    <a:cubicBezTo>
                      <a:pt x="4351" y="2139"/>
                      <a:pt x="4355" y="2149"/>
                      <a:pt x="4356" y="2159"/>
                    </a:cubicBezTo>
                    <a:cubicBezTo>
                      <a:pt x="4356" y="2169"/>
                      <a:pt x="4352" y="2179"/>
                      <a:pt x="4345" y="2186"/>
                    </a:cubicBezTo>
                    <a:lnTo>
                      <a:pt x="2223" y="4344"/>
                    </a:lnTo>
                    <a:cubicBezTo>
                      <a:pt x="2216" y="4352"/>
                      <a:pt x="2206" y="4356"/>
                      <a:pt x="2196" y="435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36"/>
              <p:cNvSpPr/>
              <p:nvPr/>
            </p:nvSpPr>
            <p:spPr>
              <a:xfrm>
                <a:off x="629280" y="4152960"/>
                <a:ext cx="771480" cy="771840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2144" extrusionOk="0">
                    <a:moveTo>
                      <a:pt x="18" y="1081"/>
                    </a:moveTo>
                    <a:lnTo>
                      <a:pt x="1081" y="2125"/>
                    </a:lnTo>
                    <a:lnTo>
                      <a:pt x="2125" y="1063"/>
                    </a:lnTo>
                    <a:lnTo>
                      <a:pt x="1063" y="18"/>
                    </a:lnTo>
                    <a:lnTo>
                      <a:pt x="18" y="1081"/>
                    </a:lnTo>
                    <a:moveTo>
                      <a:pt x="1081" y="2144"/>
                    </a:moveTo>
                    <a:cubicBezTo>
                      <a:pt x="1079" y="2144"/>
                      <a:pt x="1077" y="2143"/>
                      <a:pt x="1076" y="2141"/>
                    </a:cubicBezTo>
                    <a:lnTo>
                      <a:pt x="2" y="1087"/>
                    </a:lnTo>
                    <a:cubicBezTo>
                      <a:pt x="1" y="1085"/>
                      <a:pt x="0" y="1083"/>
                      <a:pt x="0" y="1081"/>
                    </a:cubicBezTo>
                    <a:cubicBezTo>
                      <a:pt x="0" y="1079"/>
                      <a:pt x="1" y="1077"/>
                      <a:pt x="2" y="1076"/>
                    </a:cubicBezTo>
                    <a:lnTo>
                      <a:pt x="1057" y="3"/>
                    </a:lnTo>
                    <a:cubicBezTo>
                      <a:pt x="1060" y="0"/>
                      <a:pt x="1065" y="0"/>
                      <a:pt x="1067" y="3"/>
                    </a:cubicBezTo>
                    <a:lnTo>
                      <a:pt x="2141" y="1057"/>
                    </a:lnTo>
                    <a:cubicBezTo>
                      <a:pt x="2143" y="1059"/>
                      <a:pt x="2143" y="1060"/>
                      <a:pt x="2143" y="1063"/>
                    </a:cubicBezTo>
                    <a:cubicBezTo>
                      <a:pt x="2143" y="1065"/>
                      <a:pt x="2143" y="1067"/>
                      <a:pt x="2141" y="1068"/>
                    </a:cubicBezTo>
                    <a:lnTo>
                      <a:pt x="1086" y="2141"/>
                    </a:lnTo>
                    <a:cubicBezTo>
                      <a:pt x="1085" y="2143"/>
                      <a:pt x="1083" y="2144"/>
                      <a:pt x="1081" y="214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36"/>
              <p:cNvSpPr/>
              <p:nvPr/>
            </p:nvSpPr>
            <p:spPr>
              <a:xfrm>
                <a:off x="353520" y="3877200"/>
                <a:ext cx="1007280" cy="1012680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2813" extrusionOk="0">
                    <a:moveTo>
                      <a:pt x="976" y="2813"/>
                    </a:moveTo>
                    <a:cubicBezTo>
                      <a:pt x="951" y="2813"/>
                      <a:pt x="926" y="2804"/>
                      <a:pt x="907" y="2785"/>
                    </a:cubicBezTo>
                    <a:lnTo>
                      <a:pt x="29" y="1923"/>
                    </a:lnTo>
                    <a:cubicBezTo>
                      <a:pt x="10" y="1905"/>
                      <a:pt x="0" y="1880"/>
                      <a:pt x="0" y="1854"/>
                    </a:cubicBezTo>
                    <a:cubicBezTo>
                      <a:pt x="-1" y="1828"/>
                      <a:pt x="9" y="1803"/>
                      <a:pt x="27" y="1785"/>
                    </a:cubicBezTo>
                    <a:lnTo>
                      <a:pt x="1753" y="29"/>
                    </a:lnTo>
                    <a:cubicBezTo>
                      <a:pt x="1791" y="-9"/>
                      <a:pt x="1852" y="-10"/>
                      <a:pt x="1891" y="28"/>
                    </a:cubicBezTo>
                    <a:lnTo>
                      <a:pt x="2769" y="890"/>
                    </a:lnTo>
                    <a:cubicBezTo>
                      <a:pt x="2807" y="928"/>
                      <a:pt x="2808" y="990"/>
                      <a:pt x="2770" y="1028"/>
                    </a:cubicBezTo>
                    <a:cubicBezTo>
                      <a:pt x="2732" y="1067"/>
                      <a:pt x="2671" y="1067"/>
                      <a:pt x="2632" y="1029"/>
                    </a:cubicBezTo>
                    <a:lnTo>
                      <a:pt x="1824" y="235"/>
                    </a:lnTo>
                    <a:lnTo>
                      <a:pt x="234" y="1852"/>
                    </a:lnTo>
                    <a:lnTo>
                      <a:pt x="1043" y="2646"/>
                    </a:lnTo>
                    <a:cubicBezTo>
                      <a:pt x="1081" y="2684"/>
                      <a:pt x="1082" y="2746"/>
                      <a:pt x="1044" y="2784"/>
                    </a:cubicBezTo>
                    <a:cubicBezTo>
                      <a:pt x="1025" y="2803"/>
                      <a:pt x="1000" y="2813"/>
                      <a:pt x="976" y="28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36"/>
              <p:cNvSpPr/>
              <p:nvPr/>
            </p:nvSpPr>
            <p:spPr>
              <a:xfrm>
                <a:off x="1092960" y="3993480"/>
                <a:ext cx="528480" cy="520560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1446" extrusionOk="0">
                    <a:moveTo>
                      <a:pt x="1372" y="1446"/>
                    </a:moveTo>
                    <a:cubicBezTo>
                      <a:pt x="1347" y="1447"/>
                      <a:pt x="1322" y="1437"/>
                      <a:pt x="1303" y="1418"/>
                    </a:cubicBezTo>
                    <a:lnTo>
                      <a:pt x="29" y="166"/>
                    </a:lnTo>
                    <a:cubicBezTo>
                      <a:pt x="-10" y="129"/>
                      <a:pt x="-10" y="67"/>
                      <a:pt x="28" y="29"/>
                    </a:cubicBezTo>
                    <a:cubicBezTo>
                      <a:pt x="65" y="-9"/>
                      <a:pt x="127" y="-10"/>
                      <a:pt x="165" y="28"/>
                    </a:cubicBezTo>
                    <a:lnTo>
                      <a:pt x="1439" y="1279"/>
                    </a:lnTo>
                    <a:cubicBezTo>
                      <a:pt x="1478" y="1317"/>
                      <a:pt x="1478" y="1379"/>
                      <a:pt x="1440" y="1417"/>
                    </a:cubicBezTo>
                    <a:cubicBezTo>
                      <a:pt x="1422" y="1436"/>
                      <a:pt x="1397" y="1446"/>
                      <a:pt x="1372" y="14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68" name="Google Shape;868;p36"/>
            <p:cNvCxnSpPr/>
            <p:nvPr/>
          </p:nvCxnSpPr>
          <p:spPr>
            <a:xfrm rot="10800000">
              <a:off x="6975075" y="3478850"/>
              <a:ext cx="1032600" cy="1032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2" name="Google Shape;874;p37">
            <a:extLst>
              <a:ext uri="{FF2B5EF4-FFF2-40B4-BE49-F238E27FC236}">
                <a16:creationId xmlns:a16="http://schemas.microsoft.com/office/drawing/2014/main" id="{D98DEBD8-F234-1EBF-C3C6-769893D91C1F}"/>
              </a:ext>
            </a:extLst>
          </p:cNvPr>
          <p:cNvSpPr txBox="1">
            <a:spLocks/>
          </p:cNvSpPr>
          <p:nvPr/>
        </p:nvSpPr>
        <p:spPr>
          <a:xfrm>
            <a:off x="7211893" y="4770175"/>
            <a:ext cx="1846752" cy="1477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6000" b="1" dirty="0">
                <a:solidFill>
                  <a:schemeClr val="dk2"/>
                </a:solidFill>
                <a:latin typeface="Assistant"/>
                <a:cs typeface="Assistant"/>
                <a:sym typeface="Assistant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7"/>
          <p:cNvSpPr txBox="1">
            <a:spLocks noGrp="1"/>
          </p:cNvSpPr>
          <p:nvPr>
            <p:ph type="title"/>
          </p:nvPr>
        </p:nvSpPr>
        <p:spPr>
          <a:xfrm>
            <a:off x="5058775" y="2055685"/>
            <a:ext cx="3372000" cy="14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Insights &amp; Analysis</a:t>
            </a:r>
            <a:endParaRPr b="0" dirty="0"/>
          </a:p>
        </p:txBody>
      </p:sp>
      <p:sp>
        <p:nvSpPr>
          <p:cNvPr id="874" name="Google Shape;874;p37"/>
          <p:cNvSpPr txBox="1">
            <a:spLocks noGrp="1"/>
          </p:cNvSpPr>
          <p:nvPr>
            <p:ph type="title" idx="2"/>
          </p:nvPr>
        </p:nvSpPr>
        <p:spPr>
          <a:xfrm>
            <a:off x="6956275" y="883500"/>
            <a:ext cx="1474500" cy="10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875" name="Google Shape;875;p37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1053" t="259" r="11053" b="35004"/>
          <a:stretch/>
        </p:blipFill>
        <p:spPr>
          <a:xfrm>
            <a:off x="0" y="0"/>
            <a:ext cx="4124699" cy="5143501"/>
          </a:xfrm>
          <a:prstGeom prst="rect">
            <a:avLst/>
          </a:prstGeom>
        </p:spPr>
      </p:pic>
      <p:pic>
        <p:nvPicPr>
          <p:cNvPr id="876" name="Google Shape;87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6192" y="3773748"/>
            <a:ext cx="2399700" cy="239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4"/>
          <p:cNvSpPr txBox="1">
            <a:spLocks noGrp="1"/>
          </p:cNvSpPr>
          <p:nvPr>
            <p:ph type="title"/>
          </p:nvPr>
        </p:nvSpPr>
        <p:spPr>
          <a:xfrm>
            <a:off x="668830" y="196584"/>
            <a:ext cx="663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>
                <a:solidFill>
                  <a:schemeClr val="accent2"/>
                </a:solidFill>
                <a:latin typeface="Raleway"/>
                <a:ea typeface="Raleway"/>
              </a:rPr>
              <a:t>Analysis</a:t>
            </a:r>
            <a:r>
              <a:rPr lang="en-US" sz="3200" b="0" dirty="0">
                <a:solidFill>
                  <a:schemeClr val="accent2"/>
                </a:solidFill>
                <a:latin typeface="Raleway"/>
                <a:ea typeface="Raleway"/>
              </a:rPr>
              <a:t> | </a:t>
            </a:r>
            <a:r>
              <a:rPr lang="en-US" b="0" kern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Sales by vehicle type</a:t>
            </a:r>
            <a:endParaRPr b="0" kern="1200" dirty="0">
              <a:solidFill>
                <a:srgbClr val="E8A838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Arial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F9938BE-2D5E-6AB3-D448-8EE0DCD4EC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1403636"/>
              </p:ext>
            </p:extLst>
          </p:nvPr>
        </p:nvGraphicFramePr>
        <p:xfrm>
          <a:off x="613674" y="834833"/>
          <a:ext cx="4346029" cy="2368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026D121-B6EB-39B0-54EF-1EAD9680207E}"/>
              </a:ext>
            </a:extLst>
          </p:cNvPr>
          <p:cNvSpPr txBox="1"/>
          <p:nvPr/>
        </p:nvSpPr>
        <p:spPr>
          <a:xfrm>
            <a:off x="5065939" y="769284"/>
            <a:ext cx="380628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</a:rPr>
              <a:t>Key Insights:</a:t>
            </a:r>
          </a:p>
          <a:p>
            <a:endParaRPr lang="en-US" u="sng" dirty="0">
              <a:solidFill>
                <a:schemeClr val="accent2"/>
              </a:solidFill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accent2"/>
                </a:solidFill>
                <a:latin typeface="Nunito Sans"/>
                <a:sym typeface="Nunito Sans"/>
              </a:rPr>
              <a:t>Sedan/Coupe is the highest revenue-generating vehicle type (~$2.5B).</a:t>
            </a:r>
          </a:p>
          <a:p>
            <a:pPr>
              <a:buClr>
                <a:srgbClr val="FFC000"/>
              </a:buClr>
            </a:pPr>
            <a:endParaRPr lang="en-ZA" sz="1200" dirty="0">
              <a:solidFill>
                <a:schemeClr val="accent2"/>
              </a:solidFill>
              <a:latin typeface="Nunito Sans"/>
              <a:sym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accent2"/>
                </a:solidFill>
                <a:latin typeface="Nunito Sans"/>
                <a:sym typeface="Nunito Sans"/>
              </a:rPr>
              <a:t> Other or unknown car type contributing ~$2.4B</a:t>
            </a:r>
          </a:p>
          <a:p>
            <a:pPr>
              <a:buClr>
                <a:srgbClr val="FFC000"/>
              </a:buClr>
            </a:pPr>
            <a:r>
              <a:rPr lang="en-ZA" sz="1200" dirty="0">
                <a:solidFill>
                  <a:schemeClr val="accent2"/>
                </a:solidFill>
                <a:latin typeface="Nunito Sans"/>
                <a:sym typeface="Nunito Sans"/>
              </a:rPr>
              <a:t> 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accent2"/>
                </a:solidFill>
                <a:latin typeface="Nunito Sans"/>
                <a:sym typeface="Nunito Sans"/>
              </a:rPr>
              <a:t>SUV/Wagon is a key revenue drivers, contributing ~$2.0B respectively. </a:t>
            </a:r>
          </a:p>
          <a:p>
            <a:pPr>
              <a:buClr>
                <a:srgbClr val="FFC000"/>
              </a:buClr>
            </a:pPr>
            <a:endParaRPr lang="en-ZA" sz="1200" dirty="0">
              <a:solidFill>
                <a:schemeClr val="accent2"/>
              </a:solidFill>
              <a:latin typeface="Nunito Sans"/>
              <a:sym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accent2"/>
                </a:solidFill>
                <a:latin typeface="Nunito Sans"/>
                <a:sym typeface="Nunito Sans"/>
              </a:rPr>
              <a:t>Revenue is heavily concentrated in three vehicle categories, creating potential dependency risk. 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200" dirty="0">
              <a:solidFill>
                <a:schemeClr val="accent2"/>
              </a:solidFill>
              <a:latin typeface="Nunito Sans"/>
              <a:sym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accent2"/>
                </a:solidFill>
                <a:latin typeface="Nunito Sans"/>
                <a:sym typeface="Nunito Sans"/>
              </a:rPr>
              <a:t>Convertible, Truck, and Van segments show limited revenue contribution and warrant further profitability analysis. </a:t>
            </a:r>
          </a:p>
          <a:p>
            <a:pPr>
              <a:buClr>
                <a:srgbClr val="FFC000"/>
              </a:buClr>
            </a:pPr>
            <a:endParaRPr lang="en-ZA" sz="1200" dirty="0">
              <a:solidFill>
                <a:schemeClr val="accent2"/>
              </a:solidFill>
              <a:latin typeface="Nunito Sans"/>
              <a:sym typeface="Nunito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19083-A462-272C-7C85-EE042D009C38}"/>
              </a:ext>
            </a:extLst>
          </p:cNvPr>
          <p:cNvSpPr txBox="1"/>
          <p:nvPr/>
        </p:nvSpPr>
        <p:spPr>
          <a:xfrm>
            <a:off x="613673" y="3371271"/>
            <a:ext cx="4346029" cy="101566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ZA" sz="1200" i="1" dirty="0">
                <a:solidFill>
                  <a:schemeClr val="accent2"/>
                </a:solidFill>
                <a:latin typeface="Nunito Sans"/>
              </a:rPr>
              <a:t>NB: Ford generates the highest revenue at about $201.9M, followed by Chevrolet ($113.6M), Nissan ($93.6M) and Toyota ($78.7M). The top revenue-generating model is the Ford F-150, contributing about $36.4M, followed by Nissan Altima ($33.1M) and Ford Escape ($24.9M).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C2EEE-BDA5-63A2-BF57-E9110E411DED}"/>
              </a:ext>
            </a:extLst>
          </p:cNvPr>
          <p:cNvSpPr txBox="1"/>
          <p:nvPr/>
        </p:nvSpPr>
        <p:spPr>
          <a:xfrm>
            <a:off x="5117804" y="3866384"/>
            <a:ext cx="38062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200" b="1" i="1" dirty="0">
                <a:solidFill>
                  <a:schemeClr val="accent2"/>
                </a:solidFill>
                <a:latin typeface="Nunito Sans"/>
              </a:rPr>
              <a:t>Recommendation:</a:t>
            </a:r>
          </a:p>
          <a:p>
            <a:r>
              <a:rPr lang="en-ZA" sz="1200" i="1" dirty="0">
                <a:solidFill>
                  <a:schemeClr val="accent2"/>
                </a:solidFill>
                <a:latin typeface="Nunito Sans"/>
              </a:rPr>
              <a:t>Dealerships should focus on stocking high-demand models like Ford F-150, Nissan Altima, Ford Escape and Toyota Camry, while improving pricing on loss-making vehicles.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>
          <a:extLst>
            <a:ext uri="{FF2B5EF4-FFF2-40B4-BE49-F238E27FC236}">
              <a16:creationId xmlns:a16="http://schemas.microsoft.com/office/drawing/2014/main" id="{E9F987B6-0B6B-0C83-27FC-117A543B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4">
            <a:extLst>
              <a:ext uri="{FF2B5EF4-FFF2-40B4-BE49-F238E27FC236}">
                <a16:creationId xmlns:a16="http://schemas.microsoft.com/office/drawing/2014/main" id="{8048F806-5922-7442-9BDB-B1E8E21501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121" y="482981"/>
            <a:ext cx="7669616" cy="757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>
                <a:solidFill>
                  <a:schemeClr val="accent2"/>
                </a:solidFill>
                <a:latin typeface="Raleway"/>
                <a:ea typeface="Raleway"/>
              </a:rPr>
              <a:t>Analysis</a:t>
            </a:r>
            <a:r>
              <a:rPr lang="en-US" sz="3200" b="0" dirty="0">
                <a:solidFill>
                  <a:schemeClr val="accent2"/>
                </a:solidFill>
                <a:latin typeface="Raleway"/>
                <a:ea typeface="Raleway"/>
              </a:rPr>
              <a:t> | </a:t>
            </a:r>
            <a:r>
              <a:rPr lang="en-ZA" b="0" kern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Distribution by Transmission</a:t>
            </a:r>
            <a:endParaRPr b="0" kern="1200" dirty="0">
              <a:solidFill>
                <a:srgbClr val="E8A838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824BF-1979-2078-D360-F98EAAF0F711}"/>
              </a:ext>
            </a:extLst>
          </p:cNvPr>
          <p:cNvSpPr txBox="1"/>
          <p:nvPr/>
        </p:nvSpPr>
        <p:spPr>
          <a:xfrm>
            <a:off x="4769720" y="1501436"/>
            <a:ext cx="4061329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</a:rPr>
              <a:t>Key Insights: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Customers prefer automatic vehicles, which account for about 85% of sales. 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Manual vehicles account for only 3% of sales, indicating very limited customer demand.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>
              <a:buClr>
                <a:srgbClr val="FFC000"/>
              </a:buClr>
            </a:pPr>
            <a:r>
              <a:rPr lang="en-US" sz="1000" b="1" i="1" dirty="0">
                <a:solidFill>
                  <a:schemeClr val="accent2"/>
                </a:solidFill>
                <a:latin typeface="Nunito Sans"/>
              </a:rPr>
              <a:t>Recommendation</a:t>
            </a:r>
            <a:r>
              <a:rPr lang="en-ZA" sz="1100" b="1" i="1" dirty="0">
                <a:solidFill>
                  <a:schemeClr val="accent2"/>
                </a:solidFill>
                <a:latin typeface="Nunito Sans"/>
              </a:rPr>
              <a:t>: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i="1" dirty="0">
                <a:solidFill>
                  <a:schemeClr val="accent2"/>
                </a:solidFill>
                <a:latin typeface="Nunito Sans"/>
              </a:rPr>
              <a:t>Prioritize automatic vehicle inventory: </a:t>
            </a:r>
            <a:r>
              <a:rPr lang="en-ZA" sz="1100" i="1" dirty="0">
                <a:solidFill>
                  <a:schemeClr val="accent2"/>
                </a:solidFill>
                <a:latin typeface="Nunito Sans"/>
              </a:rPr>
              <a:t>Dealerships should allocate the majority of inventory, marketing spend, and procurement budgets to automatic transmission models.</a:t>
            </a:r>
          </a:p>
          <a:p>
            <a:pPr>
              <a:buClr>
                <a:srgbClr val="FFC000"/>
              </a:buClr>
            </a:pPr>
            <a:endParaRPr lang="en-ZA" sz="1100" i="1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i="1" dirty="0">
                <a:solidFill>
                  <a:schemeClr val="accent2"/>
                </a:solidFill>
                <a:latin typeface="Nunito Sans"/>
              </a:rPr>
              <a:t> Focus on stocking high-demand </a:t>
            </a:r>
            <a:r>
              <a:rPr lang="en-ZA" sz="1100" i="1" dirty="0">
                <a:solidFill>
                  <a:schemeClr val="accent2"/>
                </a:solidFill>
                <a:latin typeface="Nunito Sans"/>
              </a:rPr>
              <a:t>automatic variants of top-selling makes and models to maximize sales velocity.</a:t>
            </a:r>
          </a:p>
          <a:p>
            <a:pPr>
              <a:buClr>
                <a:srgbClr val="FFC000"/>
              </a:buClr>
            </a:pPr>
            <a:endParaRPr lang="en-ZA" sz="1100" i="1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i="1" dirty="0">
                <a:solidFill>
                  <a:schemeClr val="accent2"/>
                </a:solidFill>
                <a:latin typeface="Nunito Sans"/>
              </a:rPr>
              <a:t>Review manual vehicle</a:t>
            </a:r>
            <a:r>
              <a:rPr lang="en-ZA" sz="1100" i="1" dirty="0">
                <a:solidFill>
                  <a:schemeClr val="accent2"/>
                </a:solidFill>
                <a:latin typeface="Nunito Sans"/>
              </a:rPr>
              <a:t>: Reduce manual vehicle inventory levels and only stock them in niche segments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22BDE9C-E1DD-CFC3-6878-4A1CD60B6A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345439"/>
              </p:ext>
            </p:extLst>
          </p:nvPr>
        </p:nvGraphicFramePr>
        <p:xfrm>
          <a:off x="373578" y="1646711"/>
          <a:ext cx="4089981" cy="1975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Google Shape;952;p44">
            <a:extLst>
              <a:ext uri="{FF2B5EF4-FFF2-40B4-BE49-F238E27FC236}">
                <a16:creationId xmlns:a16="http://schemas.microsoft.com/office/drawing/2014/main" id="{9780D3B4-AA95-C1A8-B3CD-46730F08182A}"/>
              </a:ext>
            </a:extLst>
          </p:cNvPr>
          <p:cNvCxnSpPr>
            <a:cxnSpLocks/>
          </p:cNvCxnSpPr>
          <p:nvPr/>
        </p:nvCxnSpPr>
        <p:spPr>
          <a:xfrm>
            <a:off x="4663384" y="1533297"/>
            <a:ext cx="0" cy="3236728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3444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>
          <a:extLst>
            <a:ext uri="{FF2B5EF4-FFF2-40B4-BE49-F238E27FC236}">
              <a16:creationId xmlns:a16="http://schemas.microsoft.com/office/drawing/2014/main" id="{4BF6617E-10C9-E1F3-E28D-8797FE88B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4">
            <a:extLst>
              <a:ext uri="{FF2B5EF4-FFF2-40B4-BE49-F238E27FC236}">
                <a16:creationId xmlns:a16="http://schemas.microsoft.com/office/drawing/2014/main" id="{F4529818-FDE3-BC14-7498-F4F29588B0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3597"/>
            <a:ext cx="5621078" cy="416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>
                <a:solidFill>
                  <a:schemeClr val="accent2"/>
                </a:solidFill>
                <a:latin typeface="Raleway"/>
                <a:ea typeface="Raleway"/>
              </a:rPr>
              <a:t>Analysis</a:t>
            </a:r>
            <a:r>
              <a:rPr lang="en-US" sz="3200" b="0" dirty="0">
                <a:solidFill>
                  <a:schemeClr val="accent2"/>
                </a:solidFill>
                <a:latin typeface="Raleway"/>
                <a:ea typeface="Raleway"/>
              </a:rPr>
              <a:t> | </a:t>
            </a:r>
            <a:r>
              <a:rPr lang="en-US" b="0" kern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Monthly Sales trend</a:t>
            </a:r>
            <a:endParaRPr b="0" kern="1200" dirty="0">
              <a:solidFill>
                <a:srgbClr val="E8A838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B6F36-E1C8-0444-D423-402B2FA44C5B}"/>
              </a:ext>
            </a:extLst>
          </p:cNvPr>
          <p:cNvSpPr txBox="1"/>
          <p:nvPr/>
        </p:nvSpPr>
        <p:spPr>
          <a:xfrm>
            <a:off x="4748445" y="1010446"/>
            <a:ext cx="406132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</a:rPr>
              <a:t>Key Insights: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  <a:sym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February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 has the highest sales, reaching approximately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$2.2 billion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.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Sales started strong in January and February, indicating a strong start to the year.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There was a sharp decline from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February to March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, with sales dropping by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more than 70%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Lowest months is April and July with revenue at  ~$0, then Sales recovered significantly in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May and June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, peaking again at approximately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$1.5 billion in June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. 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Revenue showed a modest recovery by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December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, reaching approximately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$600 million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.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 The sales trend is highly volatile, with significant fluctuations between months rather than consistent </a:t>
            </a:r>
            <a:r>
              <a:rPr lang="en-ZA" sz="1200" dirty="0">
                <a:solidFill>
                  <a:schemeClr val="accent2"/>
                </a:solidFill>
                <a:latin typeface="Nunito Sans"/>
              </a:rPr>
              <a:t>growth.</a:t>
            </a:r>
            <a:endParaRPr lang="en-ZA" sz="1200" dirty="0">
              <a:solidFill>
                <a:schemeClr val="accent2"/>
              </a:solidFill>
              <a:latin typeface="Nunito Sans"/>
              <a:sym typeface="Nunito San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196DCA2-45BC-E01B-5772-EB41B9C39A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7396944"/>
              </p:ext>
            </p:extLst>
          </p:nvPr>
        </p:nvGraphicFramePr>
        <p:xfrm>
          <a:off x="110622" y="1114612"/>
          <a:ext cx="4284933" cy="25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067FFF-FD00-E8F1-98FF-7EC587458874}"/>
              </a:ext>
            </a:extLst>
          </p:cNvPr>
          <p:cNvSpPr txBox="1"/>
          <p:nvPr/>
        </p:nvSpPr>
        <p:spPr>
          <a:xfrm>
            <a:off x="466492" y="3751889"/>
            <a:ext cx="3929063" cy="55399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accent2"/>
                </a:solidFill>
                <a:latin typeface="Nunito Sans"/>
              </a:rPr>
              <a:t>Recommendation</a:t>
            </a:r>
            <a:r>
              <a:rPr lang="en-US" sz="1000" i="1" dirty="0">
                <a:solidFill>
                  <a:schemeClr val="accent2"/>
                </a:solidFill>
                <a:latin typeface="Nunito Sans"/>
              </a:rPr>
              <a:t>: T</a:t>
            </a:r>
            <a:r>
              <a:rPr lang="en-ZA" sz="1000" i="1" dirty="0">
                <a:solidFill>
                  <a:schemeClr val="accent2"/>
                </a:solidFill>
                <a:latin typeface="Nunito Sans"/>
              </a:rPr>
              <a:t>he business should investigate the causes of the sharp declines in April and July, as these periods may indicate operational, market, or data quality issues.</a:t>
            </a:r>
          </a:p>
        </p:txBody>
      </p:sp>
      <p:cxnSp>
        <p:nvCxnSpPr>
          <p:cNvPr id="7" name="Google Shape;952;p44">
            <a:extLst>
              <a:ext uri="{FF2B5EF4-FFF2-40B4-BE49-F238E27FC236}">
                <a16:creationId xmlns:a16="http://schemas.microsoft.com/office/drawing/2014/main" id="{3E6830B9-CD67-6A73-6548-CFD03CD85F61}"/>
              </a:ext>
            </a:extLst>
          </p:cNvPr>
          <p:cNvCxnSpPr>
            <a:cxnSpLocks/>
          </p:cNvCxnSpPr>
          <p:nvPr/>
        </p:nvCxnSpPr>
        <p:spPr>
          <a:xfrm>
            <a:off x="4572000" y="1114612"/>
            <a:ext cx="0" cy="3500376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7301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>
          <a:extLst>
            <a:ext uri="{FF2B5EF4-FFF2-40B4-BE49-F238E27FC236}">
              <a16:creationId xmlns:a16="http://schemas.microsoft.com/office/drawing/2014/main" id="{1A11F746-CB36-9B8D-E943-099043883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4">
            <a:extLst>
              <a:ext uri="{FF2B5EF4-FFF2-40B4-BE49-F238E27FC236}">
                <a16:creationId xmlns:a16="http://schemas.microsoft.com/office/drawing/2014/main" id="{92FEDF57-8D8B-1111-F3D1-90F8A51B81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3597"/>
            <a:ext cx="4727943" cy="3948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>
                <a:solidFill>
                  <a:schemeClr val="accent2"/>
                </a:solidFill>
                <a:latin typeface="Raleway"/>
                <a:ea typeface="Raleway"/>
              </a:rPr>
              <a:t>Analysis</a:t>
            </a:r>
            <a:r>
              <a:rPr lang="en-US" sz="3200" b="0" dirty="0">
                <a:solidFill>
                  <a:schemeClr val="accent2"/>
                </a:solidFill>
                <a:latin typeface="Raleway"/>
                <a:ea typeface="Raleway"/>
              </a:rPr>
              <a:t> | </a:t>
            </a:r>
            <a:r>
              <a:rPr lang="en-US" b="0" kern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Sales by Region</a:t>
            </a:r>
            <a:endParaRPr b="0" kern="1200" dirty="0">
              <a:solidFill>
                <a:srgbClr val="E8A838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24C11D-9929-94E2-B4C2-38576D4CA8D2}"/>
              </a:ext>
            </a:extLst>
          </p:cNvPr>
          <p:cNvSpPr txBox="1"/>
          <p:nvPr/>
        </p:nvSpPr>
        <p:spPr>
          <a:xfrm>
            <a:off x="4238082" y="1117153"/>
            <a:ext cx="4061329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</a:rPr>
              <a:t>Key Insights: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  <a:sym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Other region 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dominates sales, contributing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41% 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of total revenue.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West Coast is the strongest defined region, accounting for 19% of sales. 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Northeast contributes 18%, closely following the West Coast. 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Midwest represents 14% of total sales, indicating moderate market performance. 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Southwest is the smallest contributor at 8%, highlighting an opportunity for growth.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  <a:sym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West Coast and Northeast 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show strong sales performance, with the West Coast generating about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$301.0M 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and the Northeast about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$204.6M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.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California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 is the strongest state, with about 16.9K vehicles sold and $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225.3M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 in revenue</a:t>
            </a:r>
            <a:r>
              <a:rPr lang="en-ZA" sz="1100" dirty="0"/>
              <a:t>.</a:t>
            </a:r>
            <a:endParaRPr lang="en-ZA" sz="1100" dirty="0">
              <a:solidFill>
                <a:schemeClr val="accent2"/>
              </a:solidFill>
              <a:latin typeface="Nunito Sans"/>
              <a:sym typeface="Nunito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91A38-2CB4-9D81-18C3-1C4D82053707}"/>
              </a:ext>
            </a:extLst>
          </p:cNvPr>
          <p:cNvSpPr txBox="1"/>
          <p:nvPr/>
        </p:nvSpPr>
        <p:spPr>
          <a:xfrm>
            <a:off x="228599" y="3864841"/>
            <a:ext cx="3771014" cy="60533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accent2"/>
                </a:solidFill>
                <a:latin typeface="Nunito Sans"/>
              </a:rPr>
              <a:t>Recommendation</a:t>
            </a:r>
            <a:r>
              <a:rPr lang="en-US" sz="1000" i="1" dirty="0">
                <a:solidFill>
                  <a:schemeClr val="accent2"/>
                </a:solidFill>
                <a:latin typeface="Nunito Sans"/>
              </a:rPr>
              <a:t>: </a:t>
            </a:r>
            <a:r>
              <a:rPr lang="en-ZA" sz="1100" i="1" dirty="0">
                <a:solidFill>
                  <a:schemeClr val="accent2"/>
                </a:solidFill>
                <a:latin typeface="Nunito Sans"/>
              </a:rPr>
              <a:t>A significant portion of revenue falls under "Other", suggesting a need to review regional classifications for more accurate reporting.</a:t>
            </a:r>
          </a:p>
        </p:txBody>
      </p:sp>
      <p:cxnSp>
        <p:nvCxnSpPr>
          <p:cNvPr id="7" name="Google Shape;952;p44">
            <a:extLst>
              <a:ext uri="{FF2B5EF4-FFF2-40B4-BE49-F238E27FC236}">
                <a16:creationId xmlns:a16="http://schemas.microsoft.com/office/drawing/2014/main" id="{05DEBA22-F091-33BA-B01C-0C66C180F877}"/>
              </a:ext>
            </a:extLst>
          </p:cNvPr>
          <p:cNvCxnSpPr>
            <a:cxnSpLocks/>
          </p:cNvCxnSpPr>
          <p:nvPr/>
        </p:nvCxnSpPr>
        <p:spPr>
          <a:xfrm>
            <a:off x="4238082" y="1214499"/>
            <a:ext cx="0" cy="3500376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F57091D-4FD9-722C-AF6A-96A4207411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1512000"/>
              </p:ext>
            </p:extLst>
          </p:nvPr>
        </p:nvGraphicFramePr>
        <p:xfrm>
          <a:off x="228599" y="1214499"/>
          <a:ext cx="3771015" cy="2496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56201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>
          <a:extLst>
            <a:ext uri="{FF2B5EF4-FFF2-40B4-BE49-F238E27FC236}">
              <a16:creationId xmlns:a16="http://schemas.microsoft.com/office/drawing/2014/main" id="{DB5F42B3-3011-51D5-BFF0-2DFDCB07F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4">
            <a:extLst>
              <a:ext uri="{FF2B5EF4-FFF2-40B4-BE49-F238E27FC236}">
                <a16:creationId xmlns:a16="http://schemas.microsoft.com/office/drawing/2014/main" id="{D48400D3-1D74-E99D-FAD2-A1957C11A2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121" y="482982"/>
            <a:ext cx="5897525" cy="380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>
                <a:solidFill>
                  <a:schemeClr val="accent2"/>
                </a:solidFill>
                <a:latin typeface="Raleway"/>
                <a:ea typeface="Raleway"/>
              </a:rPr>
              <a:t>Analysis</a:t>
            </a:r>
            <a:r>
              <a:rPr lang="en-US" sz="3200" b="0" dirty="0">
                <a:solidFill>
                  <a:schemeClr val="accent2"/>
                </a:solidFill>
                <a:latin typeface="Raleway"/>
                <a:ea typeface="Raleway"/>
              </a:rPr>
              <a:t> | </a:t>
            </a:r>
            <a:r>
              <a:rPr lang="en-US" b="0" kern="12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Price tier distribution</a:t>
            </a:r>
            <a:endParaRPr b="0" kern="1200" dirty="0">
              <a:solidFill>
                <a:srgbClr val="E8A838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BB1DC-72FC-480A-B2F9-0E406330CF62}"/>
              </a:ext>
            </a:extLst>
          </p:cNvPr>
          <p:cNvSpPr txBox="1"/>
          <p:nvPr/>
        </p:nvSpPr>
        <p:spPr>
          <a:xfrm>
            <a:off x="4968194" y="1090310"/>
            <a:ext cx="4061329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</a:rPr>
              <a:t>Key Insights:</a:t>
            </a:r>
          </a:p>
          <a:p>
            <a:endParaRPr lang="en-US" u="sng" dirty="0">
              <a:solidFill>
                <a:schemeClr val="accent2"/>
              </a:solidFill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Mid-Range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 vehicles generate the highest revenue at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$249.2M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, making them the most valuable segment overall.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Budget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 vehicles have the highest sales volume with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20,562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 units sold, indicating strong demand in the lower-priced market. 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Luxury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 vehicles command the highest average selling price at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$65.8K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, but contribute the lowest sales volume (266 units). 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Premium vehicles 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deliver a balance of volume and value, generating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$70.0M 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in revenue with an average price of </a:t>
            </a: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$36.1K. 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Revenue is primarily driven by Mid-Range and Budget segments, which together account for the majority of sales activity</a:t>
            </a:r>
            <a:r>
              <a:rPr lang="en-ZA" sz="1100" dirty="0"/>
              <a:t>. 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  <a:sym typeface="Nunito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E67D9-1D15-EF60-72D9-C227AC4892EB}"/>
              </a:ext>
            </a:extLst>
          </p:cNvPr>
          <p:cNvSpPr txBox="1"/>
          <p:nvPr/>
        </p:nvSpPr>
        <p:spPr>
          <a:xfrm>
            <a:off x="5089451" y="4614351"/>
            <a:ext cx="3984096" cy="43088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accent2"/>
                </a:solidFill>
                <a:latin typeface="Nunito Sans"/>
              </a:rPr>
              <a:t>Recommendation</a:t>
            </a:r>
            <a:r>
              <a:rPr lang="en-US" sz="1100" dirty="0">
                <a:solidFill>
                  <a:schemeClr val="accent2"/>
                </a:solidFill>
                <a:latin typeface="Nunito Sans"/>
              </a:rPr>
              <a:t>:</a:t>
            </a:r>
            <a:r>
              <a:rPr lang="en-ZA" sz="1100" dirty="0"/>
              <a:t> </a:t>
            </a:r>
            <a:r>
              <a:rPr lang="en-ZA" sz="1100" i="1" dirty="0">
                <a:solidFill>
                  <a:schemeClr val="accent2"/>
                </a:solidFill>
                <a:latin typeface="Nunito Sans"/>
              </a:rPr>
              <a:t>Increase Premium and Luxury sales while maintaining strong Budget and Mid-Range performance.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CFC1BBE-7E70-14E4-19D3-E832A50796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5879322"/>
              </p:ext>
            </p:extLst>
          </p:nvPr>
        </p:nvGraphicFramePr>
        <p:xfrm>
          <a:off x="241005" y="1290084"/>
          <a:ext cx="4579519" cy="2119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68D29FBE-4CBF-2755-11FC-A30C10928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09" y="3529230"/>
            <a:ext cx="4089981" cy="89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84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1" name="Google Shape;1051;p51"/>
          <p:cNvGraphicFramePr/>
          <p:nvPr>
            <p:extLst>
              <p:ext uri="{D42A27DB-BD31-4B8C-83A1-F6EECF244321}">
                <p14:modId xmlns:p14="http://schemas.microsoft.com/office/powerpoint/2010/main" val="1811673124"/>
              </p:ext>
            </p:extLst>
          </p:nvPr>
        </p:nvGraphicFramePr>
        <p:xfrm>
          <a:off x="114480" y="1090309"/>
          <a:ext cx="5534953" cy="1922251"/>
        </p:xfrm>
        <a:graphic>
          <a:graphicData uri="http://schemas.openxmlformats.org/drawingml/2006/table">
            <a:tbl>
              <a:tblPr>
                <a:noFill/>
                <a:tableStyleId>{3F5372E4-A899-49D3-B387-01B6B4E91B2F}</a:tableStyleId>
              </a:tblPr>
              <a:tblGrid>
                <a:gridCol w="1036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056">
                  <a:extLst>
                    <a:ext uri="{9D8B030D-6E8A-4147-A177-3AD203B41FA5}">
                      <a16:colId xmlns:a16="http://schemas.microsoft.com/office/drawing/2014/main" val="2078013566"/>
                    </a:ext>
                  </a:extLst>
                </a:gridCol>
                <a:gridCol w="1136116">
                  <a:extLst>
                    <a:ext uri="{9D8B030D-6E8A-4147-A177-3AD203B41FA5}">
                      <a16:colId xmlns:a16="http://schemas.microsoft.com/office/drawing/2014/main" val="1354257944"/>
                    </a:ext>
                  </a:extLst>
                </a:gridCol>
              </a:tblGrid>
              <a:tr h="5488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Year Group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Low (0-25K)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Standard (25K-75K)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High (75K-150K)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Elevated (150K+)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803"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2000-2005 (Older)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$4 113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$7 853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$4 060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$2 490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803"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2006-2010 (Mid-Age)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$19 573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$13 240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$8 247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$5 168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803"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2011-2015 (Newer)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$21 061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$16 682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$12 063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sym typeface="Arial"/>
                        </a:rPr>
                        <a:t>$9 689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D90952-52BD-1644-5685-9246DF8946C5}"/>
              </a:ext>
            </a:extLst>
          </p:cNvPr>
          <p:cNvSpPr txBox="1"/>
          <p:nvPr/>
        </p:nvSpPr>
        <p:spPr>
          <a:xfrm>
            <a:off x="99237" y="782533"/>
            <a:ext cx="68154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bg2"/>
                </a:solidFill>
              </a:rPr>
              <a:t>PRICE MATRIX: YEAR vs MILEAGE (</a:t>
            </a:r>
            <a:r>
              <a:rPr lang="en-ZA" dirty="0" err="1">
                <a:solidFill>
                  <a:schemeClr val="bg2"/>
                </a:solidFill>
              </a:rPr>
              <a:t>Avg</a:t>
            </a:r>
            <a:r>
              <a:rPr lang="en-ZA" dirty="0">
                <a:solidFill>
                  <a:schemeClr val="bg2"/>
                </a:solidFill>
              </a:rPr>
              <a:t> Selling Price):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B4BE0A-6145-F280-B21E-1F4EA04E0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428790"/>
              </p:ext>
            </p:extLst>
          </p:nvPr>
        </p:nvGraphicFramePr>
        <p:xfrm>
          <a:off x="99237" y="163033"/>
          <a:ext cx="8789582" cy="463550"/>
        </p:xfrm>
        <a:graphic>
          <a:graphicData uri="http://schemas.openxmlformats.org/drawingml/2006/table">
            <a:tbl>
              <a:tblPr>
                <a:tableStyleId>{3F5372E4-A899-49D3-B387-01B6B4E91B2F}</a:tableStyleId>
              </a:tblPr>
              <a:tblGrid>
                <a:gridCol w="8789582">
                  <a:extLst>
                    <a:ext uri="{9D8B030D-6E8A-4147-A177-3AD203B41FA5}">
                      <a16:colId xmlns:a16="http://schemas.microsoft.com/office/drawing/2014/main" val="1807723791"/>
                    </a:ext>
                  </a:extLst>
                </a:gridCol>
              </a:tblGrid>
              <a:tr h="3969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400" u="none" strike="noStrike" dirty="0">
                          <a:effectLst/>
                        </a:rPr>
                        <a:t> </a:t>
                      </a:r>
                      <a:r>
                        <a:rPr lang="en-ZA" sz="3000" b="1" i="0" u="none" strike="noStrike" cap="none" dirty="0">
                          <a:solidFill>
                            <a:schemeClr val="accent6"/>
                          </a:solidFill>
                          <a:latin typeface="Assistant"/>
                          <a:cs typeface="Assistant"/>
                          <a:sym typeface="Assistant"/>
                        </a:rPr>
                        <a:t>PRICE, MILEAGE &amp; YEAR RELATIONSHIP ANALYSI</a:t>
                      </a:r>
                      <a:r>
                        <a:rPr lang="en-ZA" sz="3000" b="1" i="0" u="none" strike="noStrike" cap="none" dirty="0">
                          <a:solidFill>
                            <a:schemeClr val="accent6"/>
                          </a:solidFill>
                          <a:latin typeface="Assistant"/>
                          <a:cs typeface="Assistant"/>
                          <a:sym typeface="Arial"/>
                        </a:rPr>
                        <a:t>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1670634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1AB95A-39D2-3E6C-C95E-8E37A7164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586081"/>
              </p:ext>
            </p:extLst>
          </p:nvPr>
        </p:nvGraphicFramePr>
        <p:xfrm>
          <a:off x="149387" y="3282712"/>
          <a:ext cx="3827721" cy="247298"/>
        </p:xfrm>
        <a:graphic>
          <a:graphicData uri="http://schemas.openxmlformats.org/drawingml/2006/table">
            <a:tbl>
              <a:tblPr>
                <a:tableStyleId>{3F5372E4-A899-49D3-B387-01B6B4E91B2F}</a:tableStyleId>
              </a:tblPr>
              <a:tblGrid>
                <a:gridCol w="3827721">
                  <a:extLst>
                    <a:ext uri="{9D8B030D-6E8A-4147-A177-3AD203B41FA5}">
                      <a16:colId xmlns:a16="http://schemas.microsoft.com/office/drawing/2014/main" val="742127354"/>
                    </a:ext>
                  </a:extLst>
                </a:gridCol>
              </a:tblGrid>
              <a:tr h="2472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400" b="0" i="0" u="none" strike="noStrike" cap="none" dirty="0">
                          <a:solidFill>
                            <a:schemeClr val="bg2"/>
                          </a:solidFill>
                          <a:latin typeface="Arial"/>
                          <a:cs typeface="Arial"/>
                          <a:sym typeface="Arial"/>
                        </a:rPr>
                        <a:t>AVERAGE SELLING PRICE BY MILEAGE</a:t>
                      </a:r>
                    </a:p>
                  </a:txBody>
                  <a:tcPr marL="6350" marR="6350" marT="635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282303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1F4DCB-BB0A-9353-EB0A-4F457EBAB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344592"/>
              </p:ext>
            </p:extLst>
          </p:nvPr>
        </p:nvGraphicFramePr>
        <p:xfrm>
          <a:off x="114477" y="3530010"/>
          <a:ext cx="5534953" cy="1550386"/>
        </p:xfrm>
        <a:graphic>
          <a:graphicData uri="http://schemas.openxmlformats.org/drawingml/2006/table">
            <a:tbl>
              <a:tblPr>
                <a:noFill/>
                <a:tableStyleId>{3F5372E4-A899-49D3-B387-01B6B4E91B2F}</a:tableStyleId>
              </a:tblPr>
              <a:tblGrid>
                <a:gridCol w="1718485">
                  <a:extLst>
                    <a:ext uri="{9D8B030D-6E8A-4147-A177-3AD203B41FA5}">
                      <a16:colId xmlns:a16="http://schemas.microsoft.com/office/drawing/2014/main" val="2341283507"/>
                    </a:ext>
                  </a:extLst>
                </a:gridCol>
                <a:gridCol w="1124175">
                  <a:extLst>
                    <a:ext uri="{9D8B030D-6E8A-4147-A177-3AD203B41FA5}">
                      <a16:colId xmlns:a16="http://schemas.microsoft.com/office/drawing/2014/main" val="1262014293"/>
                    </a:ext>
                  </a:extLst>
                </a:gridCol>
                <a:gridCol w="1066892">
                  <a:extLst>
                    <a:ext uri="{9D8B030D-6E8A-4147-A177-3AD203B41FA5}">
                      <a16:colId xmlns:a16="http://schemas.microsoft.com/office/drawing/2014/main" val="17364753"/>
                    </a:ext>
                  </a:extLst>
                </a:gridCol>
                <a:gridCol w="1625401">
                  <a:extLst>
                    <a:ext uri="{9D8B030D-6E8A-4147-A177-3AD203B41FA5}">
                      <a16:colId xmlns:a16="http://schemas.microsoft.com/office/drawing/2014/main" val="3387812104"/>
                    </a:ext>
                  </a:extLst>
                </a:gridCol>
              </a:tblGrid>
              <a:tr h="4430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Mileage Band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Avg Selling Price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Sales Count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Avg</a:t>
                      </a:r>
                      <a:r>
                        <a:rPr lang="en-ZA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Year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705481"/>
                  </a:ext>
                </a:extLst>
              </a:tr>
              <a:tr h="368110"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1.Low (0-25K mi)</a:t>
                      </a:r>
                    </a:p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ZA" sz="11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$20 881</a:t>
                      </a:r>
                    </a:p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ZA" sz="11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118 468</a:t>
                      </a:r>
                    </a:p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ZA" sz="11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2013,2</a:t>
                      </a:r>
                    </a:p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ZA" sz="11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610321"/>
                  </a:ext>
                </a:extLst>
              </a:tr>
              <a:tr h="369593"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2.Standard (25K-75K mi)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$16 021</a:t>
                      </a:r>
                    </a:p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ZA" sz="11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237 498</a:t>
                      </a:r>
                    </a:p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ZA" sz="11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2011,7</a:t>
                      </a:r>
                    </a:p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ZA" sz="11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40182"/>
                  </a:ext>
                </a:extLst>
              </a:tr>
              <a:tr h="369593"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3.High (75K-150K mi)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$7 534</a:t>
                      </a:r>
                    </a:p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ZA" sz="11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155 896</a:t>
                      </a:r>
                    </a:p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ZA" sz="11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ZA" sz="1100" b="0" i="0" u="none" strike="noStrike" cap="none" dirty="0">
                          <a:solidFill>
                            <a:schemeClr val="accent6"/>
                          </a:solidFill>
                          <a:latin typeface="Nunito Sans"/>
                          <a:cs typeface="Arial"/>
                          <a:sym typeface="Arial"/>
                        </a:rPr>
                        <a:t>2007,0</a:t>
                      </a:r>
                    </a:p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ZA" sz="11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cs typeface="Arial"/>
                        <a:sym typeface="Arial"/>
                      </a:endParaRPr>
                    </a:p>
                  </a:txBody>
                  <a:tcPr marL="6350" marR="6350" marT="6350" marB="0" anchor="b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1838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A489C64-2023-F650-83A2-DF2EA941CDE4}"/>
              </a:ext>
            </a:extLst>
          </p:cNvPr>
          <p:cNvSpPr txBox="1"/>
          <p:nvPr/>
        </p:nvSpPr>
        <p:spPr>
          <a:xfrm>
            <a:off x="5788185" y="1058179"/>
            <a:ext cx="310063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</a:rPr>
              <a:t>Key Relationships:</a:t>
            </a:r>
          </a:p>
          <a:p>
            <a:endParaRPr lang="en-US" u="sng" dirty="0">
              <a:solidFill>
                <a:schemeClr val="accent2"/>
              </a:solidFill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Newer vehicles (2011-2015) command significantly higher prices.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Lower mileage directly correlates with higher selling prices across all year groups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The price premium for low-mileage vehicles is most pronounced in newer models</a:t>
            </a:r>
          </a:p>
          <a:p>
            <a:pPr>
              <a:buClr>
                <a:srgbClr val="FFC000"/>
              </a:buClr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. Older vehicles with high mileage have the lowest average prices.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dirty="0">
                <a:solidFill>
                  <a:schemeClr val="accent2"/>
                </a:solidFill>
                <a:latin typeface="Nunito Sans"/>
              </a:rPr>
              <a:t>Vehicle value declines sharply as mileage increases. 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</a:endParaRP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ZA" sz="1100" b="1" dirty="0">
                <a:solidFill>
                  <a:schemeClr val="accent2"/>
                </a:solidFill>
                <a:latin typeface="Nunito Sans"/>
              </a:rPr>
              <a:t>Mileage is a key driver </a:t>
            </a:r>
            <a:r>
              <a:rPr lang="en-ZA" sz="1100" dirty="0">
                <a:solidFill>
                  <a:schemeClr val="accent2"/>
                </a:solidFill>
                <a:latin typeface="Nunito Sans"/>
              </a:rPr>
              <a:t>of vehicle pricing, showing a clear inverse relationship between mileage and selling price.</a:t>
            </a:r>
          </a:p>
          <a:p>
            <a:pPr marL="171450" indent="-171450">
              <a:buClr>
                <a:srgbClr val="FFC000"/>
              </a:buClr>
              <a:buFont typeface="Arial" panose="020B0604020202020204" pitchFamily="34" charset="0"/>
              <a:buChar char="•"/>
            </a:pPr>
            <a:endParaRPr lang="en-ZA" sz="1100" dirty="0">
              <a:solidFill>
                <a:schemeClr val="accent2"/>
              </a:solidFill>
              <a:latin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2"/>
          <p:cNvSpPr txBox="1">
            <a:spLocks noGrp="1"/>
          </p:cNvSpPr>
          <p:nvPr>
            <p:ph type="subTitle" idx="1"/>
          </p:nvPr>
        </p:nvSpPr>
        <p:spPr>
          <a:xfrm>
            <a:off x="2825688" y="2651810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Sedan/Coupe(Top Vehicle type)</a:t>
            </a:r>
            <a:endParaRPr dirty="0"/>
          </a:p>
        </p:txBody>
      </p:sp>
      <p:sp>
        <p:nvSpPr>
          <p:cNvPr id="932" name="Google Shape;932;p42"/>
          <p:cNvSpPr txBox="1">
            <a:spLocks noGrp="1"/>
          </p:cNvSpPr>
          <p:nvPr>
            <p:ph type="title"/>
          </p:nvPr>
        </p:nvSpPr>
        <p:spPr>
          <a:xfrm>
            <a:off x="2825688" y="1892888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22 267 units</a:t>
            </a:r>
            <a:endParaRPr dirty="0"/>
          </a:p>
        </p:txBody>
      </p:sp>
      <p:sp>
        <p:nvSpPr>
          <p:cNvPr id="933" name="Google Shape;933;p42"/>
          <p:cNvSpPr txBox="1">
            <a:spLocks noGrp="1"/>
          </p:cNvSpPr>
          <p:nvPr>
            <p:ph type="title" idx="2"/>
          </p:nvPr>
        </p:nvSpPr>
        <p:spPr>
          <a:xfrm>
            <a:off x="713225" y="539489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$1.36bn</a:t>
            </a:r>
            <a:endParaRPr dirty="0"/>
          </a:p>
        </p:txBody>
      </p:sp>
      <p:sp>
        <p:nvSpPr>
          <p:cNvPr id="934" name="Google Shape;934;p42"/>
          <p:cNvSpPr txBox="1">
            <a:spLocks noGrp="1"/>
          </p:cNvSpPr>
          <p:nvPr>
            <p:ph type="subTitle" idx="3"/>
          </p:nvPr>
        </p:nvSpPr>
        <p:spPr>
          <a:xfrm>
            <a:off x="713225" y="1298401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Ford Revenue( Top Model)</a:t>
            </a:r>
            <a:endParaRPr dirty="0"/>
          </a:p>
        </p:txBody>
      </p:sp>
      <p:sp>
        <p:nvSpPr>
          <p:cNvPr id="935" name="Google Shape;935;p42"/>
          <p:cNvSpPr txBox="1">
            <a:spLocks noGrp="1"/>
          </p:cNvSpPr>
          <p:nvPr>
            <p:ph type="title" idx="4"/>
          </p:nvPr>
        </p:nvSpPr>
        <p:spPr>
          <a:xfrm>
            <a:off x="4938163" y="3246275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85%</a:t>
            </a:r>
            <a:endParaRPr dirty="0"/>
          </a:p>
        </p:txBody>
      </p:sp>
      <p:sp>
        <p:nvSpPr>
          <p:cNvPr id="936" name="Google Shape;936;p42"/>
          <p:cNvSpPr txBox="1">
            <a:spLocks noGrp="1"/>
          </p:cNvSpPr>
          <p:nvPr>
            <p:ph type="subTitle" idx="5"/>
          </p:nvPr>
        </p:nvSpPr>
        <p:spPr>
          <a:xfrm>
            <a:off x="4938163" y="4005197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Automatic vehicle (customer transmission preference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9"/>
          <p:cNvSpPr txBox="1">
            <a:spLocks noGrp="1"/>
          </p:cNvSpPr>
          <p:nvPr>
            <p:ph type="title"/>
          </p:nvPr>
        </p:nvSpPr>
        <p:spPr>
          <a:xfrm>
            <a:off x="3738203" y="1199228"/>
            <a:ext cx="4607444" cy="668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200" dirty="0">
                <a:solidFill>
                  <a:schemeClr val="dk2"/>
                </a:solidFill>
              </a:rPr>
              <a:t>04 </a:t>
            </a:r>
            <a:r>
              <a:rPr lang="en" sz="3200" dirty="0">
                <a:solidFill>
                  <a:schemeClr val="accent2"/>
                </a:solidFill>
              </a:rPr>
              <a:t>Recommendation</a:t>
            </a:r>
          </a:p>
        </p:txBody>
      </p:sp>
      <p:pic>
        <p:nvPicPr>
          <p:cNvPr id="1019" name="Google Shape;1019;p4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1025" t="793" r="31025" b="16583"/>
          <a:stretch/>
        </p:blipFill>
        <p:spPr>
          <a:xfrm>
            <a:off x="713225" y="539500"/>
            <a:ext cx="2801101" cy="4064574"/>
          </a:xfrm>
          <a:prstGeom prst="rect">
            <a:avLst/>
          </a:prstGeom>
        </p:spPr>
      </p:pic>
      <p:pic>
        <p:nvPicPr>
          <p:cNvPr id="1020" name="Google Shape;1020;p49"/>
          <p:cNvPicPr preferRelativeResize="0">
            <a:picLocks noGrp="1"/>
          </p:cNvPicPr>
          <p:nvPr>
            <p:ph type="pic" idx="4"/>
          </p:nvPr>
        </p:nvPicPr>
        <p:blipFill rotWithShape="1">
          <a:blip r:embed="rId4">
            <a:alphaModFix/>
          </a:blip>
          <a:srcRect t="16492" b="16492"/>
          <a:stretch/>
        </p:blipFill>
        <p:spPr>
          <a:xfrm>
            <a:off x="3671775" y="2823325"/>
            <a:ext cx="4740301" cy="1780749"/>
          </a:xfrm>
          <a:prstGeom prst="rect">
            <a:avLst/>
          </a:prstGeom>
        </p:spPr>
      </p:pic>
      <p:grpSp>
        <p:nvGrpSpPr>
          <p:cNvPr id="1021" name="Google Shape;1021;p49"/>
          <p:cNvGrpSpPr/>
          <p:nvPr/>
        </p:nvGrpSpPr>
        <p:grpSpPr>
          <a:xfrm>
            <a:off x="2807348" y="3862291"/>
            <a:ext cx="1510220" cy="1509818"/>
            <a:chOff x="5604480" y="3862800"/>
            <a:chExt cx="1352880" cy="1352520"/>
          </a:xfrm>
        </p:grpSpPr>
        <p:sp>
          <p:nvSpPr>
            <p:cNvPr id="1022" name="Google Shape;1022;p49"/>
            <p:cNvSpPr/>
            <p:nvPr/>
          </p:nvSpPr>
          <p:spPr>
            <a:xfrm>
              <a:off x="5810040" y="4077000"/>
              <a:ext cx="942120" cy="933120"/>
            </a:xfrm>
            <a:custGeom>
              <a:avLst/>
              <a:gdLst/>
              <a:ahLst/>
              <a:cxnLst/>
              <a:rect l="l" t="t" r="r" b="b"/>
              <a:pathLst>
                <a:path w="2617" h="2592" extrusionOk="0">
                  <a:moveTo>
                    <a:pt x="1319" y="2592"/>
                  </a:moveTo>
                  <a:cubicBezTo>
                    <a:pt x="970" y="2595"/>
                    <a:pt x="640" y="2461"/>
                    <a:pt x="391" y="2217"/>
                  </a:cubicBezTo>
                  <a:cubicBezTo>
                    <a:pt x="-124" y="1711"/>
                    <a:pt x="-131" y="881"/>
                    <a:pt x="375" y="366"/>
                  </a:cubicBezTo>
                  <a:cubicBezTo>
                    <a:pt x="555" y="182"/>
                    <a:pt x="783" y="57"/>
                    <a:pt x="1035" y="3"/>
                  </a:cubicBezTo>
                  <a:cubicBezTo>
                    <a:pt x="1113" y="-13"/>
                    <a:pt x="1190" y="37"/>
                    <a:pt x="1207" y="115"/>
                  </a:cubicBezTo>
                  <a:cubicBezTo>
                    <a:pt x="1224" y="194"/>
                    <a:pt x="1174" y="271"/>
                    <a:pt x="1095" y="288"/>
                  </a:cubicBezTo>
                  <a:cubicBezTo>
                    <a:pt x="900" y="329"/>
                    <a:pt x="722" y="427"/>
                    <a:pt x="582" y="570"/>
                  </a:cubicBezTo>
                  <a:cubicBezTo>
                    <a:pt x="189" y="970"/>
                    <a:pt x="194" y="1616"/>
                    <a:pt x="594" y="2009"/>
                  </a:cubicBezTo>
                  <a:cubicBezTo>
                    <a:pt x="789" y="2200"/>
                    <a:pt x="1045" y="2304"/>
                    <a:pt x="1317" y="2301"/>
                  </a:cubicBezTo>
                  <a:cubicBezTo>
                    <a:pt x="1589" y="2299"/>
                    <a:pt x="1843" y="2191"/>
                    <a:pt x="2034" y="1997"/>
                  </a:cubicBezTo>
                  <a:cubicBezTo>
                    <a:pt x="2225" y="1803"/>
                    <a:pt x="2328" y="1546"/>
                    <a:pt x="2326" y="1274"/>
                  </a:cubicBezTo>
                  <a:cubicBezTo>
                    <a:pt x="2324" y="1002"/>
                    <a:pt x="2215" y="748"/>
                    <a:pt x="2022" y="557"/>
                  </a:cubicBezTo>
                  <a:cubicBezTo>
                    <a:pt x="1914" y="452"/>
                    <a:pt x="1788" y="373"/>
                    <a:pt x="1648" y="324"/>
                  </a:cubicBezTo>
                  <a:cubicBezTo>
                    <a:pt x="1572" y="297"/>
                    <a:pt x="1532" y="214"/>
                    <a:pt x="1559" y="138"/>
                  </a:cubicBezTo>
                  <a:cubicBezTo>
                    <a:pt x="1586" y="62"/>
                    <a:pt x="1668" y="23"/>
                    <a:pt x="1744" y="49"/>
                  </a:cubicBezTo>
                  <a:cubicBezTo>
                    <a:pt x="1925" y="113"/>
                    <a:pt x="2087" y="214"/>
                    <a:pt x="2225" y="350"/>
                  </a:cubicBezTo>
                  <a:cubicBezTo>
                    <a:pt x="2475" y="595"/>
                    <a:pt x="2613" y="922"/>
                    <a:pt x="2617" y="1272"/>
                  </a:cubicBezTo>
                  <a:cubicBezTo>
                    <a:pt x="2620" y="1621"/>
                    <a:pt x="2486" y="1951"/>
                    <a:pt x="2241" y="2201"/>
                  </a:cubicBezTo>
                  <a:cubicBezTo>
                    <a:pt x="1996" y="2450"/>
                    <a:pt x="1669" y="2589"/>
                    <a:pt x="1319" y="25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6140880" y="4068000"/>
              <a:ext cx="331920" cy="128520"/>
            </a:xfrm>
            <a:custGeom>
              <a:avLst/>
              <a:gdLst/>
              <a:ahLst/>
              <a:cxnLst/>
              <a:rect l="l" t="t" r="r" b="b"/>
              <a:pathLst>
                <a:path w="922" h="357" extrusionOk="0">
                  <a:moveTo>
                    <a:pt x="778" y="357"/>
                  </a:moveTo>
                  <a:cubicBezTo>
                    <a:pt x="762" y="357"/>
                    <a:pt x="745" y="354"/>
                    <a:pt x="729" y="349"/>
                  </a:cubicBezTo>
                  <a:cubicBezTo>
                    <a:pt x="551" y="286"/>
                    <a:pt x="360" y="274"/>
                    <a:pt x="176" y="313"/>
                  </a:cubicBezTo>
                  <a:cubicBezTo>
                    <a:pt x="97" y="329"/>
                    <a:pt x="20" y="279"/>
                    <a:pt x="4" y="201"/>
                  </a:cubicBezTo>
                  <a:cubicBezTo>
                    <a:pt x="-13" y="122"/>
                    <a:pt x="37" y="45"/>
                    <a:pt x="116" y="28"/>
                  </a:cubicBezTo>
                  <a:cubicBezTo>
                    <a:pt x="352" y="-22"/>
                    <a:pt x="598" y="-6"/>
                    <a:pt x="825" y="74"/>
                  </a:cubicBezTo>
                  <a:cubicBezTo>
                    <a:pt x="901" y="101"/>
                    <a:pt x="941" y="184"/>
                    <a:pt x="914" y="260"/>
                  </a:cubicBezTo>
                  <a:cubicBezTo>
                    <a:pt x="893" y="319"/>
                    <a:pt x="838" y="356"/>
                    <a:pt x="778" y="3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49"/>
            <p:cNvSpPr/>
            <p:nvPr/>
          </p:nvSpPr>
          <p:spPr>
            <a:xfrm>
              <a:off x="5604480" y="4263840"/>
              <a:ext cx="1352880" cy="951480"/>
            </a:xfrm>
            <a:custGeom>
              <a:avLst/>
              <a:gdLst/>
              <a:ahLst/>
              <a:cxnLst/>
              <a:rect l="l" t="t" r="r" b="b"/>
              <a:pathLst>
                <a:path w="3758" h="2643" extrusionOk="0">
                  <a:moveTo>
                    <a:pt x="1895" y="2643"/>
                  </a:moveTo>
                  <a:cubicBezTo>
                    <a:pt x="1394" y="2647"/>
                    <a:pt x="920" y="2456"/>
                    <a:pt x="562" y="2104"/>
                  </a:cubicBezTo>
                  <a:cubicBezTo>
                    <a:pt x="287" y="1833"/>
                    <a:pt x="104" y="1490"/>
                    <a:pt x="33" y="1113"/>
                  </a:cubicBezTo>
                  <a:cubicBezTo>
                    <a:pt x="-36" y="743"/>
                    <a:pt x="5" y="366"/>
                    <a:pt x="153" y="22"/>
                  </a:cubicBezTo>
                  <a:cubicBezTo>
                    <a:pt x="161" y="4"/>
                    <a:pt x="182" y="-5"/>
                    <a:pt x="201" y="3"/>
                  </a:cubicBezTo>
                  <a:cubicBezTo>
                    <a:pt x="219" y="11"/>
                    <a:pt x="228" y="32"/>
                    <a:pt x="220" y="51"/>
                  </a:cubicBezTo>
                  <a:cubicBezTo>
                    <a:pt x="-77" y="740"/>
                    <a:pt x="78" y="1526"/>
                    <a:pt x="613" y="2052"/>
                  </a:cubicBezTo>
                  <a:cubicBezTo>
                    <a:pt x="957" y="2390"/>
                    <a:pt x="1412" y="2574"/>
                    <a:pt x="1895" y="2570"/>
                  </a:cubicBezTo>
                  <a:cubicBezTo>
                    <a:pt x="2377" y="2566"/>
                    <a:pt x="2829" y="2374"/>
                    <a:pt x="3167" y="2030"/>
                  </a:cubicBezTo>
                  <a:cubicBezTo>
                    <a:pt x="3556" y="1633"/>
                    <a:pt x="3740" y="1089"/>
                    <a:pt x="3671" y="537"/>
                  </a:cubicBezTo>
                  <a:cubicBezTo>
                    <a:pt x="3668" y="517"/>
                    <a:pt x="3682" y="499"/>
                    <a:pt x="3702" y="497"/>
                  </a:cubicBezTo>
                  <a:cubicBezTo>
                    <a:pt x="3722" y="494"/>
                    <a:pt x="3740" y="508"/>
                    <a:pt x="3743" y="528"/>
                  </a:cubicBezTo>
                  <a:cubicBezTo>
                    <a:pt x="3815" y="1103"/>
                    <a:pt x="3624" y="1669"/>
                    <a:pt x="3219" y="2081"/>
                  </a:cubicBezTo>
                  <a:cubicBezTo>
                    <a:pt x="2867" y="2439"/>
                    <a:pt x="2397" y="2638"/>
                    <a:pt x="1895" y="26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9"/>
            <p:cNvSpPr/>
            <p:nvPr/>
          </p:nvSpPr>
          <p:spPr>
            <a:xfrm>
              <a:off x="6090120" y="3862800"/>
              <a:ext cx="450000" cy="73440"/>
            </a:xfrm>
            <a:custGeom>
              <a:avLst/>
              <a:gdLst/>
              <a:ahLst/>
              <a:cxnLst/>
              <a:rect l="l" t="t" r="r" b="b"/>
              <a:pathLst>
                <a:path w="1250" h="204" extrusionOk="0">
                  <a:moveTo>
                    <a:pt x="1214" y="204"/>
                  </a:moveTo>
                  <a:cubicBezTo>
                    <a:pt x="1210" y="204"/>
                    <a:pt x="1205" y="203"/>
                    <a:pt x="1200" y="201"/>
                  </a:cubicBezTo>
                  <a:cubicBezTo>
                    <a:pt x="836" y="56"/>
                    <a:pt x="426" y="33"/>
                    <a:pt x="46" y="138"/>
                  </a:cubicBezTo>
                  <a:cubicBezTo>
                    <a:pt x="27" y="143"/>
                    <a:pt x="7" y="132"/>
                    <a:pt x="2" y="113"/>
                  </a:cubicBezTo>
                  <a:cubicBezTo>
                    <a:pt x="-4" y="94"/>
                    <a:pt x="7" y="74"/>
                    <a:pt x="27" y="68"/>
                  </a:cubicBezTo>
                  <a:cubicBezTo>
                    <a:pt x="421" y="-41"/>
                    <a:pt x="848" y="-18"/>
                    <a:pt x="1227" y="134"/>
                  </a:cubicBezTo>
                  <a:cubicBezTo>
                    <a:pt x="1246" y="141"/>
                    <a:pt x="1255" y="162"/>
                    <a:pt x="1248" y="181"/>
                  </a:cubicBezTo>
                  <a:cubicBezTo>
                    <a:pt x="1242" y="195"/>
                    <a:pt x="1228" y="204"/>
                    <a:pt x="1214" y="2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49"/>
            <p:cNvSpPr/>
            <p:nvPr/>
          </p:nvSpPr>
          <p:spPr>
            <a:xfrm>
              <a:off x="5739120" y="4004280"/>
              <a:ext cx="145080" cy="147240"/>
            </a:xfrm>
            <a:custGeom>
              <a:avLst/>
              <a:gdLst/>
              <a:ahLst/>
              <a:cxnLst/>
              <a:rect l="l" t="t" r="r" b="b"/>
              <a:pathLst>
                <a:path w="403" h="409" extrusionOk="0">
                  <a:moveTo>
                    <a:pt x="36" y="409"/>
                  </a:moveTo>
                  <a:cubicBezTo>
                    <a:pt x="29" y="409"/>
                    <a:pt x="21" y="407"/>
                    <a:pt x="14" y="402"/>
                  </a:cubicBezTo>
                  <a:cubicBezTo>
                    <a:pt x="-2" y="390"/>
                    <a:pt x="-5" y="367"/>
                    <a:pt x="7" y="351"/>
                  </a:cubicBezTo>
                  <a:cubicBezTo>
                    <a:pt x="56" y="288"/>
                    <a:pt x="109" y="226"/>
                    <a:pt x="165" y="169"/>
                  </a:cubicBezTo>
                  <a:cubicBezTo>
                    <a:pt x="222" y="111"/>
                    <a:pt x="282" y="57"/>
                    <a:pt x="345" y="8"/>
                  </a:cubicBezTo>
                  <a:cubicBezTo>
                    <a:pt x="360" y="-5"/>
                    <a:pt x="383" y="-2"/>
                    <a:pt x="396" y="14"/>
                  </a:cubicBezTo>
                  <a:cubicBezTo>
                    <a:pt x="408" y="30"/>
                    <a:pt x="405" y="53"/>
                    <a:pt x="390" y="65"/>
                  </a:cubicBezTo>
                  <a:cubicBezTo>
                    <a:pt x="329" y="113"/>
                    <a:pt x="271" y="165"/>
                    <a:pt x="217" y="220"/>
                  </a:cubicBezTo>
                  <a:cubicBezTo>
                    <a:pt x="163" y="275"/>
                    <a:pt x="112" y="334"/>
                    <a:pt x="65" y="395"/>
                  </a:cubicBezTo>
                  <a:cubicBezTo>
                    <a:pt x="58" y="405"/>
                    <a:pt x="47" y="409"/>
                    <a:pt x="36" y="4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5680080" y="3937680"/>
              <a:ext cx="1202040" cy="1202400"/>
            </a:xfrm>
            <a:custGeom>
              <a:avLst/>
              <a:gdLst/>
              <a:ahLst/>
              <a:cxnLst/>
              <a:rect l="l" t="t" r="r" b="b"/>
              <a:pathLst>
                <a:path w="3339" h="3340" extrusionOk="0">
                  <a:moveTo>
                    <a:pt x="1684" y="3340"/>
                  </a:moveTo>
                  <a:cubicBezTo>
                    <a:pt x="1238" y="3344"/>
                    <a:pt x="816" y="3174"/>
                    <a:pt x="498" y="2862"/>
                  </a:cubicBezTo>
                  <a:cubicBezTo>
                    <a:pt x="-159" y="2216"/>
                    <a:pt x="-168" y="1156"/>
                    <a:pt x="478" y="500"/>
                  </a:cubicBezTo>
                  <a:cubicBezTo>
                    <a:pt x="790" y="182"/>
                    <a:pt x="1208" y="4"/>
                    <a:pt x="1654" y="0"/>
                  </a:cubicBezTo>
                  <a:cubicBezTo>
                    <a:pt x="2100" y="-4"/>
                    <a:pt x="2522" y="166"/>
                    <a:pt x="2840" y="479"/>
                  </a:cubicBezTo>
                  <a:cubicBezTo>
                    <a:pt x="3152" y="787"/>
                    <a:pt x="3330" y="1197"/>
                    <a:pt x="3339" y="1635"/>
                  </a:cubicBezTo>
                  <a:lnTo>
                    <a:pt x="3330" y="1636"/>
                  </a:lnTo>
                  <a:cubicBezTo>
                    <a:pt x="3321" y="1200"/>
                    <a:pt x="3145" y="791"/>
                    <a:pt x="2833" y="486"/>
                  </a:cubicBezTo>
                  <a:cubicBezTo>
                    <a:pt x="2517" y="175"/>
                    <a:pt x="2098" y="5"/>
                    <a:pt x="1654" y="9"/>
                  </a:cubicBezTo>
                  <a:cubicBezTo>
                    <a:pt x="1211" y="13"/>
                    <a:pt x="795" y="190"/>
                    <a:pt x="484" y="506"/>
                  </a:cubicBezTo>
                  <a:cubicBezTo>
                    <a:pt x="-158" y="1159"/>
                    <a:pt x="-149" y="2213"/>
                    <a:pt x="505" y="2855"/>
                  </a:cubicBezTo>
                  <a:cubicBezTo>
                    <a:pt x="821" y="3166"/>
                    <a:pt x="1240" y="3335"/>
                    <a:pt x="1684" y="3331"/>
                  </a:cubicBezTo>
                  <a:cubicBezTo>
                    <a:pt x="2127" y="3328"/>
                    <a:pt x="2543" y="3151"/>
                    <a:pt x="2854" y="2835"/>
                  </a:cubicBezTo>
                  <a:cubicBezTo>
                    <a:pt x="2940" y="2747"/>
                    <a:pt x="3016" y="2650"/>
                    <a:pt x="3080" y="2547"/>
                  </a:cubicBezTo>
                  <a:lnTo>
                    <a:pt x="3088" y="2552"/>
                  </a:lnTo>
                  <a:cubicBezTo>
                    <a:pt x="3024" y="2656"/>
                    <a:pt x="2947" y="2753"/>
                    <a:pt x="2860" y="2841"/>
                  </a:cubicBezTo>
                  <a:cubicBezTo>
                    <a:pt x="2548" y="3159"/>
                    <a:pt x="2130" y="3337"/>
                    <a:pt x="1684" y="334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6257520" y="4515840"/>
              <a:ext cx="46800" cy="46440"/>
            </a:xfrm>
            <a:custGeom>
              <a:avLst/>
              <a:gdLst/>
              <a:ahLst/>
              <a:cxnLst/>
              <a:rect l="l" t="t" r="r" b="b"/>
              <a:pathLst>
                <a:path w="130" h="129" extrusionOk="0">
                  <a:moveTo>
                    <a:pt x="19" y="19"/>
                  </a:moveTo>
                  <a:cubicBezTo>
                    <a:pt x="44" y="-7"/>
                    <a:pt x="85" y="-7"/>
                    <a:pt x="111" y="18"/>
                  </a:cubicBezTo>
                  <a:cubicBezTo>
                    <a:pt x="136" y="43"/>
                    <a:pt x="136" y="84"/>
                    <a:pt x="111" y="110"/>
                  </a:cubicBezTo>
                  <a:cubicBezTo>
                    <a:pt x="86" y="135"/>
                    <a:pt x="45" y="135"/>
                    <a:pt x="20" y="111"/>
                  </a:cubicBezTo>
                  <a:cubicBezTo>
                    <a:pt x="-6" y="86"/>
                    <a:pt x="-6" y="44"/>
                    <a:pt x="19" y="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1425" rIns="90000" bIns="1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>
          <a:extLst>
            <a:ext uri="{FF2B5EF4-FFF2-40B4-BE49-F238E27FC236}">
              <a16:creationId xmlns:a16="http://schemas.microsoft.com/office/drawing/2014/main" id="{99073EB1-DC5E-4F2B-1E4A-DC172C16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C67C843-ACA2-F128-0D3C-A14C24803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395971"/>
              </p:ext>
            </p:extLst>
          </p:nvPr>
        </p:nvGraphicFramePr>
        <p:xfrm>
          <a:off x="273888" y="154485"/>
          <a:ext cx="5921349" cy="4545108"/>
        </p:xfrm>
        <a:graphic>
          <a:graphicData uri="http://schemas.openxmlformats.org/drawingml/2006/table">
            <a:tbl>
              <a:tblPr>
                <a:tableStyleId>{3F5372E4-A899-49D3-B387-01B6B4E91B2F}</a:tableStyleId>
              </a:tblPr>
              <a:tblGrid>
                <a:gridCol w="1973783">
                  <a:extLst>
                    <a:ext uri="{9D8B030D-6E8A-4147-A177-3AD203B41FA5}">
                      <a16:colId xmlns:a16="http://schemas.microsoft.com/office/drawing/2014/main" val="2824097100"/>
                    </a:ext>
                  </a:extLst>
                </a:gridCol>
                <a:gridCol w="1973783">
                  <a:extLst>
                    <a:ext uri="{9D8B030D-6E8A-4147-A177-3AD203B41FA5}">
                      <a16:colId xmlns:a16="http://schemas.microsoft.com/office/drawing/2014/main" val="840190789"/>
                    </a:ext>
                  </a:extLst>
                </a:gridCol>
                <a:gridCol w="1973783">
                  <a:extLst>
                    <a:ext uri="{9D8B030D-6E8A-4147-A177-3AD203B41FA5}">
                      <a16:colId xmlns:a16="http://schemas.microsoft.com/office/drawing/2014/main" val="251001010"/>
                    </a:ext>
                  </a:extLst>
                </a:gridCol>
              </a:tblGrid>
              <a:tr h="226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1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Area</a:t>
                      </a:r>
                      <a:endParaRPr lang="en-ZA" sz="1200" b="1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1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Key Issue / Insight</a:t>
                      </a:r>
                      <a:endParaRPr lang="en-ZA" sz="1200" b="1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1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Recommendations</a:t>
                      </a:r>
                      <a:endParaRPr lang="en-ZA" sz="1200" b="1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1214429733"/>
                  </a:ext>
                </a:extLst>
              </a:tr>
              <a:tr h="616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🔴 Profitability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Negative profit margin (-$88.3M)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Conduct full cost audit across all regions to identify margin leakage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2981531490"/>
                  </a:ext>
                </a:extLst>
              </a:tr>
              <a:tr h="616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🔴 Profitability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Low average transaction value ($13.6K)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Review pricing strategy to ensure pricing aligns with operating costs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2758418610"/>
                  </a:ext>
                </a:extLst>
              </a:tr>
              <a:tr h="616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🔴 Profitability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No minimum profit control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Introduce minimum gross profit target per vehicle sale at dealership level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2502439286"/>
                  </a:ext>
                </a:extLst>
              </a:tr>
              <a:tr h="616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📍 Data Quality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40.5% of sales have unknown region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Enforce mandatory region capture at point-of-sale in CRM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3890885194"/>
                  </a:ext>
                </a:extLst>
              </a:tr>
              <a:tr h="616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📍 Data Quality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Inconsistent reporting across dealerships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Assign data stewards to validate data before month-end close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2363446627"/>
                  </a:ext>
                </a:extLst>
              </a:tr>
              <a:tr h="616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🌍 Regional Performance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Southwest underperforming (8.3%)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Review dealership coverage, marketing spend, and product mix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675344132"/>
                  </a:ext>
                </a:extLst>
              </a:tr>
              <a:tr h="616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🌍 Regional Performance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Midwest growth opportunity (14.1%)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Benchmark against West Coast (19.3%) and replicate best practices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1360465191"/>
                  </a:ext>
                </a:extLst>
              </a:tr>
            </a:tbl>
          </a:graphicData>
        </a:graphic>
      </p:graphicFrame>
      <p:sp>
        <p:nvSpPr>
          <p:cNvPr id="2" name="Google Shape;874;p37">
            <a:extLst>
              <a:ext uri="{FF2B5EF4-FFF2-40B4-BE49-F238E27FC236}">
                <a16:creationId xmlns:a16="http://schemas.microsoft.com/office/drawing/2014/main" id="{8A189AA8-9FD0-251B-EF37-A508E0F33B0D}"/>
              </a:ext>
            </a:extLst>
          </p:cNvPr>
          <p:cNvSpPr txBox="1">
            <a:spLocks/>
          </p:cNvSpPr>
          <p:nvPr/>
        </p:nvSpPr>
        <p:spPr>
          <a:xfrm>
            <a:off x="6819276" y="1389135"/>
            <a:ext cx="1846752" cy="1477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6000" b="1" dirty="0">
              <a:solidFill>
                <a:schemeClr val="dk2"/>
              </a:solidFill>
              <a:latin typeface="Assistant"/>
              <a:cs typeface="Assistant"/>
              <a:sym typeface="Assistant"/>
            </a:endParaRPr>
          </a:p>
        </p:txBody>
      </p:sp>
    </p:spTree>
    <p:extLst>
      <p:ext uri="{BB962C8B-B14F-4D97-AF65-F5344CB8AC3E}">
        <p14:creationId xmlns:p14="http://schemas.microsoft.com/office/powerpoint/2010/main" val="829637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>
          <a:extLst>
            <a:ext uri="{FF2B5EF4-FFF2-40B4-BE49-F238E27FC236}">
              <a16:creationId xmlns:a16="http://schemas.microsoft.com/office/drawing/2014/main" id="{46992B86-2CED-7C9E-3C57-ACC39F7BD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40">
            <a:extLst>
              <a:ext uri="{FF2B5EF4-FFF2-40B4-BE49-F238E27FC236}">
                <a16:creationId xmlns:a16="http://schemas.microsoft.com/office/drawing/2014/main" id="{ED0E2EC1-9FC6-7DC9-6B41-A5646D582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681" y="92149"/>
            <a:ext cx="663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Reccomendation(Cont):</a:t>
            </a:r>
            <a:endParaRPr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BB259D7-472C-98EE-18CA-8A4C552E6543}"/>
              </a:ext>
            </a:extLst>
          </p:cNvPr>
          <p:cNvGraphicFramePr>
            <a:graphicFrameLocks noGrp="1"/>
          </p:cNvGraphicFramePr>
          <p:nvPr/>
        </p:nvGraphicFramePr>
        <p:xfrm>
          <a:off x="181476" y="1090151"/>
          <a:ext cx="7346376" cy="2840452"/>
        </p:xfrm>
        <a:graphic>
          <a:graphicData uri="http://schemas.openxmlformats.org/drawingml/2006/table">
            <a:tbl>
              <a:tblPr>
                <a:tableStyleId>{64E4994D-0D96-4F06-A3D1-8C31CDA1224C}</a:tableStyleId>
              </a:tblPr>
              <a:tblGrid>
                <a:gridCol w="2448792">
                  <a:extLst>
                    <a:ext uri="{9D8B030D-6E8A-4147-A177-3AD203B41FA5}">
                      <a16:colId xmlns:a16="http://schemas.microsoft.com/office/drawing/2014/main" val="23194821"/>
                    </a:ext>
                  </a:extLst>
                </a:gridCol>
                <a:gridCol w="2448792">
                  <a:extLst>
                    <a:ext uri="{9D8B030D-6E8A-4147-A177-3AD203B41FA5}">
                      <a16:colId xmlns:a16="http://schemas.microsoft.com/office/drawing/2014/main" val="2528627760"/>
                    </a:ext>
                  </a:extLst>
                </a:gridCol>
                <a:gridCol w="2448792">
                  <a:extLst>
                    <a:ext uri="{9D8B030D-6E8A-4147-A177-3AD203B41FA5}">
                      <a16:colId xmlns:a16="http://schemas.microsoft.com/office/drawing/2014/main" val="3296334085"/>
                    </a:ext>
                  </a:extLst>
                </a:gridCol>
              </a:tblGrid>
              <a:tr h="282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🌍 Regional Performance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West Coast &amp; Northeast stronger markets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Prioritise premium model rollouts in these regions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2717787897"/>
                  </a:ext>
                </a:extLst>
              </a:tr>
              <a:tr h="41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🚗 Product Mix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Sedan/Coupe = 33% of sales (dominant segment)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Optimise stock levels, financing, and sales training for this category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3185280083"/>
                  </a:ext>
                </a:extLst>
              </a:tr>
              <a:tr h="41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🚗 Product Mix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Margin pressure from top brands (Ford, Chevy, Nissan)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Negotiate better bulk/fleet pricing to improve margins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3401720366"/>
                  </a:ext>
                </a:extLst>
              </a:tr>
              <a:tr h="41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📅 Seasonality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February shows peak performance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Reverse-engineer success factors from February performance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2439219645"/>
                  </a:ext>
                </a:extLst>
              </a:tr>
              <a:tr h="41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📅 Seasonality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Lack of repeatable campaign structure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Build annual February campaign with early stock and incentives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1926567234"/>
                  </a:ext>
                </a:extLst>
              </a:tr>
              <a:tr h="282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👥 Sales Strategy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Volume-based selling despite losses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Shift incentives to gross-profit-based commissions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643075658"/>
                  </a:ext>
                </a:extLst>
              </a:tr>
              <a:tr h="367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👥 Sales Strategy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>
                          <a:solidFill>
                            <a:schemeClr val="accent6"/>
                          </a:solidFill>
                          <a:sym typeface="Nunito Sans"/>
                        </a:rPr>
                        <a:t>Excessive discounting</a:t>
                      </a:r>
                      <a:endParaRPr lang="en-ZA" sz="1200" b="0" i="0" u="none" strike="noStrike" cap="none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200" b="0" u="none" strike="noStrike" cap="none" dirty="0">
                          <a:solidFill>
                            <a:schemeClr val="accent6"/>
                          </a:solidFill>
                          <a:sym typeface="Nunito Sans"/>
                        </a:rPr>
                        <a:t>Enforce discount approval thresholds and floor pricing</a:t>
                      </a:r>
                      <a:endParaRPr lang="en-ZA" sz="1200" b="0" i="0" u="none" strike="noStrike" cap="none" dirty="0">
                        <a:solidFill>
                          <a:schemeClr val="accent6"/>
                        </a:solidFill>
                        <a:latin typeface="Nunito Sans"/>
                        <a:sym typeface="Nunito Sans"/>
                      </a:endParaRPr>
                    </a:p>
                  </a:txBody>
                  <a:tcPr marL="29116" marR="29116" marT="14558" marB="14558" anchor="ctr"/>
                </a:tc>
                <a:extLst>
                  <a:ext uri="{0D108BD9-81ED-4DB2-BD59-A6C34878D82A}">
                    <a16:rowId xmlns:a16="http://schemas.microsoft.com/office/drawing/2014/main" val="4052961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587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6"/>
          <p:cNvSpPr txBox="1">
            <a:spLocks noGrp="1"/>
          </p:cNvSpPr>
          <p:nvPr>
            <p:ph type="title"/>
          </p:nvPr>
        </p:nvSpPr>
        <p:spPr>
          <a:xfrm>
            <a:off x="3483475" y="1240438"/>
            <a:ext cx="4940100" cy="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Next Step &amp; Action</a:t>
            </a:r>
            <a:endParaRPr dirty="0"/>
          </a:p>
        </p:txBody>
      </p:sp>
      <p:sp>
        <p:nvSpPr>
          <p:cNvPr id="964" name="Google Shape;964;p46"/>
          <p:cNvSpPr txBox="1">
            <a:spLocks noGrp="1"/>
          </p:cNvSpPr>
          <p:nvPr>
            <p:ph type="subTitle" idx="1"/>
          </p:nvPr>
        </p:nvSpPr>
        <p:spPr>
          <a:xfrm>
            <a:off x="3483550" y="2162163"/>
            <a:ext cx="4940100" cy="17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Stop purchasing condition &lt;25 vehicles, this will eliminate losses from Poor/Fair condition.</a:t>
            </a:r>
          </a:p>
          <a:p>
            <a:pPr lvl="0"/>
            <a:r>
              <a:rPr lang="en-US" dirty="0"/>
              <a:t>Set minimum selling price = MMR to protect profit margin.</a:t>
            </a:r>
          </a:p>
          <a:p>
            <a:pPr lvl="0"/>
            <a:r>
              <a:rPr lang="en-US" dirty="0"/>
              <a:t>Reduce 150K+ mileage inventory by 50% to free up capital for better inventory.</a:t>
            </a:r>
          </a:p>
          <a:p>
            <a:pPr lvl="0"/>
            <a:r>
              <a:rPr lang="en-US" dirty="0"/>
              <a:t>Increase Truck &amp; SUV inventory mix, higher avg transaction value</a:t>
            </a:r>
            <a:endParaRPr dirty="0"/>
          </a:p>
        </p:txBody>
      </p:sp>
      <p:sp>
        <p:nvSpPr>
          <p:cNvPr id="965" name="Google Shape;965;p46"/>
          <p:cNvSpPr/>
          <p:nvPr/>
        </p:nvSpPr>
        <p:spPr>
          <a:xfrm>
            <a:off x="1103141" y="936074"/>
            <a:ext cx="1620862" cy="3092715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6" name="Google Shape;966;p46"/>
          <p:cNvGrpSpPr/>
          <p:nvPr/>
        </p:nvGrpSpPr>
        <p:grpSpPr>
          <a:xfrm>
            <a:off x="1020027" y="758339"/>
            <a:ext cx="1786714" cy="3626719"/>
            <a:chOff x="5186401" y="494525"/>
            <a:chExt cx="1834973" cy="3724678"/>
          </a:xfrm>
        </p:grpSpPr>
        <p:sp>
          <p:nvSpPr>
            <p:cNvPr id="967" name="Google Shape;967;p46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6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69" name="Google Shape;969;p46"/>
          <p:cNvPicPr preferRelativeResize="0"/>
          <p:nvPr/>
        </p:nvPicPr>
        <p:blipFill rotWithShape="1">
          <a:blip r:embed="rId3">
            <a:alphaModFix/>
          </a:blip>
          <a:srcRect l="20850" t="845" r="20844" b="25009"/>
          <a:stretch/>
        </p:blipFill>
        <p:spPr>
          <a:xfrm>
            <a:off x="1103149" y="936078"/>
            <a:ext cx="1620876" cy="30927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128A96-1337-0806-9C70-8761FF0ED97A}"/>
              </a:ext>
            </a:extLst>
          </p:cNvPr>
          <p:cNvSpPr txBox="1"/>
          <p:nvPr/>
        </p:nvSpPr>
        <p:spPr>
          <a:xfrm>
            <a:off x="7975585" y="173564"/>
            <a:ext cx="8959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b="1" dirty="0">
                <a:solidFill>
                  <a:schemeClr val="dk2"/>
                </a:solidFill>
                <a:latin typeface="Assistant"/>
                <a:cs typeface="Assistant"/>
                <a:sym typeface="Assistant"/>
              </a:rPr>
              <a:t>05:</a:t>
            </a:r>
            <a:endParaRPr lang="en-ZA" sz="3200" b="1" dirty="0">
              <a:solidFill>
                <a:schemeClr val="dk2"/>
              </a:solidFill>
              <a:latin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52"/>
          <p:cNvSpPr txBox="1">
            <a:spLocks noGrp="1"/>
          </p:cNvSpPr>
          <p:nvPr>
            <p:ph type="title"/>
          </p:nvPr>
        </p:nvSpPr>
        <p:spPr>
          <a:xfrm>
            <a:off x="2347950" y="691625"/>
            <a:ext cx="4448100" cy="98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063" name="Google Shape;1063;p52"/>
          <p:cNvSpPr txBox="1">
            <a:spLocks noGrp="1"/>
          </p:cNvSpPr>
          <p:nvPr>
            <p:ph type="subTitle" idx="1"/>
          </p:nvPr>
        </p:nvSpPr>
        <p:spPr>
          <a:xfrm>
            <a:off x="2347900" y="1592609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</a:t>
            </a:r>
            <a:endParaRPr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leratoshakung@gmail.com</a:t>
            </a: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+27 843789169</a:t>
            </a:r>
          </a:p>
          <a:p>
            <a:pPr marL="0" indent="0"/>
            <a:r>
              <a:rPr lang="en-ZA" u="sng" dirty="0">
                <a:hlinkClick r:id="rId3"/>
              </a:rPr>
              <a:t>LinkedIn profile</a:t>
            </a:r>
            <a:endParaRPr lang="en-ZA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grpSp>
        <p:nvGrpSpPr>
          <p:cNvPr id="1068" name="Google Shape;1068;p52"/>
          <p:cNvGrpSpPr/>
          <p:nvPr/>
        </p:nvGrpSpPr>
        <p:grpSpPr>
          <a:xfrm>
            <a:off x="4907520" y="2874187"/>
            <a:ext cx="387661" cy="387661"/>
            <a:chOff x="1379798" y="1723250"/>
            <a:chExt cx="397887" cy="397887"/>
          </a:xfrm>
        </p:grpSpPr>
        <p:sp>
          <p:nvSpPr>
            <p:cNvPr id="1069" name="Google Shape;1069;p52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52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52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52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8170;p71">
            <a:extLst>
              <a:ext uri="{FF2B5EF4-FFF2-40B4-BE49-F238E27FC236}">
                <a16:creationId xmlns:a16="http://schemas.microsoft.com/office/drawing/2014/main" id="{C7105E54-6799-A43C-3B12-44DE54F19FDA}"/>
              </a:ext>
            </a:extLst>
          </p:cNvPr>
          <p:cNvGrpSpPr/>
          <p:nvPr/>
        </p:nvGrpSpPr>
        <p:grpSpPr>
          <a:xfrm>
            <a:off x="3875880" y="2840134"/>
            <a:ext cx="387539" cy="386888"/>
            <a:chOff x="2408992" y="1722875"/>
            <a:chExt cx="397761" cy="397093"/>
          </a:xfrm>
        </p:grpSpPr>
        <p:sp>
          <p:nvSpPr>
            <p:cNvPr id="3" name="Google Shape;8171;p71">
              <a:extLst>
                <a:ext uri="{FF2B5EF4-FFF2-40B4-BE49-F238E27FC236}">
                  <a16:creationId xmlns:a16="http://schemas.microsoft.com/office/drawing/2014/main" id="{3C9ABB56-2548-8EAD-A003-A391830220BB}"/>
                </a:ext>
              </a:extLst>
            </p:cNvPr>
            <p:cNvSpPr/>
            <p:nvPr/>
          </p:nvSpPr>
          <p:spPr>
            <a:xfrm>
              <a:off x="2492135" y="1827639"/>
              <a:ext cx="213667" cy="185326"/>
            </a:xfrm>
            <a:custGeom>
              <a:avLst/>
              <a:gdLst/>
              <a:ahLst/>
              <a:cxnLst/>
              <a:rect l="l" t="t" r="r" b="b"/>
              <a:pathLst>
                <a:path w="10238" h="8880" extrusionOk="0">
                  <a:moveTo>
                    <a:pt x="2548" y="1"/>
                  </a:moveTo>
                  <a:cubicBezTo>
                    <a:pt x="2277" y="1"/>
                    <a:pt x="2002" y="169"/>
                    <a:pt x="1743" y="427"/>
                  </a:cubicBezTo>
                  <a:cubicBezTo>
                    <a:pt x="1" y="2171"/>
                    <a:pt x="2739" y="5655"/>
                    <a:pt x="3567" y="6491"/>
                  </a:cubicBezTo>
                  <a:cubicBezTo>
                    <a:pt x="4206" y="7123"/>
                    <a:pt x="6403" y="8880"/>
                    <a:pt x="8179" y="8880"/>
                  </a:cubicBezTo>
                  <a:cubicBezTo>
                    <a:pt x="8718" y="8880"/>
                    <a:pt x="9219" y="8718"/>
                    <a:pt x="9626" y="8312"/>
                  </a:cubicBezTo>
                  <a:cubicBezTo>
                    <a:pt x="10054" y="7884"/>
                    <a:pt x="10238" y="7401"/>
                    <a:pt x="9812" y="6981"/>
                  </a:cubicBezTo>
                  <a:cubicBezTo>
                    <a:pt x="9168" y="6339"/>
                    <a:pt x="8797" y="6140"/>
                    <a:pt x="8555" y="6140"/>
                  </a:cubicBezTo>
                  <a:cubicBezTo>
                    <a:pt x="8422" y="6140"/>
                    <a:pt x="8327" y="6200"/>
                    <a:pt x="8248" y="6279"/>
                  </a:cubicBezTo>
                  <a:cubicBezTo>
                    <a:pt x="8064" y="6461"/>
                    <a:pt x="7636" y="7077"/>
                    <a:pt x="7461" y="7252"/>
                  </a:cubicBezTo>
                  <a:cubicBezTo>
                    <a:pt x="7260" y="7452"/>
                    <a:pt x="7021" y="7534"/>
                    <a:pt x="6762" y="7534"/>
                  </a:cubicBezTo>
                  <a:cubicBezTo>
                    <a:pt x="5839" y="7534"/>
                    <a:pt x="4665" y="6485"/>
                    <a:pt x="4117" y="5939"/>
                  </a:cubicBezTo>
                  <a:lnTo>
                    <a:pt x="4115" y="5938"/>
                  </a:lnTo>
                  <a:cubicBezTo>
                    <a:pt x="3417" y="5235"/>
                    <a:pt x="1890" y="3505"/>
                    <a:pt x="2803" y="2592"/>
                  </a:cubicBezTo>
                  <a:cubicBezTo>
                    <a:pt x="2879" y="2516"/>
                    <a:pt x="3056" y="2378"/>
                    <a:pt x="3254" y="2228"/>
                  </a:cubicBezTo>
                  <a:cubicBezTo>
                    <a:pt x="3445" y="2083"/>
                    <a:pt x="3661" y="1922"/>
                    <a:pt x="3776" y="1807"/>
                  </a:cubicBezTo>
                  <a:cubicBezTo>
                    <a:pt x="3999" y="1584"/>
                    <a:pt x="4069" y="1241"/>
                    <a:pt x="3080" y="250"/>
                  </a:cubicBezTo>
                  <a:cubicBezTo>
                    <a:pt x="2909" y="76"/>
                    <a:pt x="2730" y="1"/>
                    <a:pt x="2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172;p71">
              <a:extLst>
                <a:ext uri="{FF2B5EF4-FFF2-40B4-BE49-F238E27FC236}">
                  <a16:creationId xmlns:a16="http://schemas.microsoft.com/office/drawing/2014/main" id="{94F37BB8-6835-14AE-57C9-90ED638E2675}"/>
                </a:ext>
              </a:extLst>
            </p:cNvPr>
            <p:cNvSpPr/>
            <p:nvPr/>
          </p:nvSpPr>
          <p:spPr>
            <a:xfrm>
              <a:off x="2408992" y="1722875"/>
              <a:ext cx="397761" cy="397093"/>
            </a:xfrm>
            <a:custGeom>
              <a:avLst/>
              <a:gdLst/>
              <a:ahLst/>
              <a:cxnLst/>
              <a:rect l="l" t="t" r="r" b="b"/>
              <a:pathLst>
                <a:path w="19059" h="19027" extrusionOk="0">
                  <a:moveTo>
                    <a:pt x="6538" y="3907"/>
                  </a:moveTo>
                  <a:cubicBezTo>
                    <a:pt x="7030" y="3907"/>
                    <a:pt x="7490" y="4114"/>
                    <a:pt x="7853" y="4483"/>
                  </a:cubicBezTo>
                  <a:cubicBezTo>
                    <a:pt x="8326" y="4955"/>
                    <a:pt x="9768" y="6397"/>
                    <a:pt x="8549" y="7616"/>
                  </a:cubicBezTo>
                  <a:cubicBezTo>
                    <a:pt x="8407" y="7756"/>
                    <a:pt x="8145" y="7957"/>
                    <a:pt x="7912" y="8136"/>
                  </a:cubicBezTo>
                  <a:cubicBezTo>
                    <a:pt x="7767" y="8246"/>
                    <a:pt x="7634" y="8343"/>
                    <a:pt x="7576" y="8400"/>
                  </a:cubicBezTo>
                  <a:cubicBezTo>
                    <a:pt x="7599" y="8585"/>
                    <a:pt x="8227" y="9504"/>
                    <a:pt x="8888" y="10169"/>
                  </a:cubicBezTo>
                  <a:cubicBezTo>
                    <a:pt x="9546" y="10823"/>
                    <a:pt x="10450" y="11437"/>
                    <a:pt x="10732" y="11437"/>
                  </a:cubicBezTo>
                  <a:cubicBezTo>
                    <a:pt x="10736" y="11437"/>
                    <a:pt x="10740" y="11437"/>
                    <a:pt x="10744" y="11437"/>
                  </a:cubicBezTo>
                  <a:cubicBezTo>
                    <a:pt x="10716" y="11423"/>
                    <a:pt x="10813" y="11292"/>
                    <a:pt x="10923" y="11147"/>
                  </a:cubicBezTo>
                  <a:cubicBezTo>
                    <a:pt x="11100" y="10913"/>
                    <a:pt x="11301" y="10650"/>
                    <a:pt x="11443" y="10510"/>
                  </a:cubicBezTo>
                  <a:cubicBezTo>
                    <a:pt x="11789" y="10163"/>
                    <a:pt x="12153" y="10031"/>
                    <a:pt x="12508" y="10031"/>
                  </a:cubicBezTo>
                  <a:cubicBezTo>
                    <a:pt x="13402" y="10031"/>
                    <a:pt x="14236" y="10866"/>
                    <a:pt x="14576" y="11205"/>
                  </a:cubicBezTo>
                  <a:cubicBezTo>
                    <a:pt x="15328" y="11943"/>
                    <a:pt x="15425" y="13093"/>
                    <a:pt x="14399" y="14119"/>
                  </a:cubicBezTo>
                  <a:cubicBezTo>
                    <a:pt x="13750" y="14770"/>
                    <a:pt x="12980" y="15023"/>
                    <a:pt x="12179" y="15023"/>
                  </a:cubicBezTo>
                  <a:cubicBezTo>
                    <a:pt x="10063" y="15023"/>
                    <a:pt x="7723" y="13248"/>
                    <a:pt x="6764" y="12299"/>
                  </a:cubicBezTo>
                  <a:cubicBezTo>
                    <a:pt x="5451" y="10974"/>
                    <a:pt x="2573" y="7025"/>
                    <a:pt x="4938" y="4660"/>
                  </a:cubicBezTo>
                  <a:cubicBezTo>
                    <a:pt x="5458" y="4140"/>
                    <a:pt x="6017" y="3907"/>
                    <a:pt x="6538" y="3907"/>
                  </a:cubicBezTo>
                  <a:close/>
                  <a:moveTo>
                    <a:pt x="9545" y="0"/>
                  </a:moveTo>
                  <a:cubicBezTo>
                    <a:pt x="4319" y="0"/>
                    <a:pt x="31" y="4288"/>
                    <a:pt x="31" y="9514"/>
                  </a:cubicBezTo>
                  <a:cubicBezTo>
                    <a:pt x="31" y="11064"/>
                    <a:pt x="448" y="12594"/>
                    <a:pt x="1172" y="13954"/>
                  </a:cubicBezTo>
                  <a:lnTo>
                    <a:pt x="49" y="18334"/>
                  </a:lnTo>
                  <a:cubicBezTo>
                    <a:pt x="1" y="18524"/>
                    <a:pt x="57" y="18725"/>
                    <a:pt x="195" y="18863"/>
                  </a:cubicBezTo>
                  <a:cubicBezTo>
                    <a:pt x="302" y="18971"/>
                    <a:pt x="445" y="19027"/>
                    <a:pt x="590" y="19027"/>
                  </a:cubicBezTo>
                  <a:cubicBezTo>
                    <a:pt x="635" y="19027"/>
                    <a:pt x="680" y="19021"/>
                    <a:pt x="724" y="19010"/>
                  </a:cubicBezTo>
                  <a:lnTo>
                    <a:pt x="5104" y="17887"/>
                  </a:lnTo>
                  <a:cubicBezTo>
                    <a:pt x="6465" y="18609"/>
                    <a:pt x="7995" y="19026"/>
                    <a:pt x="9545" y="19026"/>
                  </a:cubicBezTo>
                  <a:cubicBezTo>
                    <a:pt x="14770" y="19026"/>
                    <a:pt x="19058" y="14738"/>
                    <a:pt x="19058" y="9514"/>
                  </a:cubicBezTo>
                  <a:cubicBezTo>
                    <a:pt x="19058" y="4288"/>
                    <a:pt x="14770" y="0"/>
                    <a:pt x="95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7934;p71">
            <a:extLst>
              <a:ext uri="{FF2B5EF4-FFF2-40B4-BE49-F238E27FC236}">
                <a16:creationId xmlns:a16="http://schemas.microsoft.com/office/drawing/2014/main" id="{B7553080-EB9E-6143-FCEC-5527E0745AE5}"/>
              </a:ext>
            </a:extLst>
          </p:cNvPr>
          <p:cNvGrpSpPr/>
          <p:nvPr/>
        </p:nvGrpSpPr>
        <p:grpSpPr>
          <a:xfrm>
            <a:off x="4374506" y="2895737"/>
            <a:ext cx="421927" cy="297195"/>
            <a:chOff x="-1199300" y="3279250"/>
            <a:chExt cx="293025" cy="206400"/>
          </a:xfrm>
        </p:grpSpPr>
        <p:sp>
          <p:nvSpPr>
            <p:cNvPr id="7" name="Google Shape;7935;p71">
              <a:extLst>
                <a:ext uri="{FF2B5EF4-FFF2-40B4-BE49-F238E27FC236}">
                  <a16:creationId xmlns:a16="http://schemas.microsoft.com/office/drawing/2014/main" id="{10798D3F-A65F-5BDE-8895-27304102ABDD}"/>
                </a:ext>
              </a:extLst>
            </p:cNvPr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7936;p71">
              <a:extLst>
                <a:ext uri="{FF2B5EF4-FFF2-40B4-BE49-F238E27FC236}">
                  <a16:creationId xmlns:a16="http://schemas.microsoft.com/office/drawing/2014/main" id="{4B181551-FF8C-8F93-157B-0677A012E9AB}"/>
                </a:ext>
              </a:extLst>
            </p:cNvPr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937;p71">
              <a:extLst>
                <a:ext uri="{FF2B5EF4-FFF2-40B4-BE49-F238E27FC236}">
                  <a16:creationId xmlns:a16="http://schemas.microsoft.com/office/drawing/2014/main" id="{93A46C99-236F-5F29-DD48-239A4F45F0AE}"/>
                </a:ext>
              </a:extLst>
            </p:cNvPr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938;p71">
              <a:extLst>
                <a:ext uri="{FF2B5EF4-FFF2-40B4-BE49-F238E27FC236}">
                  <a16:creationId xmlns:a16="http://schemas.microsoft.com/office/drawing/2014/main" id="{962F9966-327E-B5A1-83D0-2BF99A75CFD3}"/>
                </a:ext>
              </a:extLst>
            </p:cNvPr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DB2B896-094F-951E-11FC-D3ACC1FD6844}"/>
              </a:ext>
            </a:extLst>
          </p:cNvPr>
          <p:cNvSpPr txBox="1"/>
          <p:nvPr/>
        </p:nvSpPr>
        <p:spPr>
          <a:xfrm>
            <a:off x="7975585" y="173564"/>
            <a:ext cx="8959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200" b="1" dirty="0">
                <a:solidFill>
                  <a:schemeClr val="dk2"/>
                </a:solidFill>
                <a:latin typeface="Assistant"/>
                <a:cs typeface="Assistant"/>
                <a:sym typeface="Assistant"/>
              </a:rPr>
              <a:t>06:</a:t>
            </a:r>
            <a:endParaRPr lang="en-ZA" sz="3200" b="1" dirty="0">
              <a:solidFill>
                <a:schemeClr val="dk2"/>
              </a:solidFill>
              <a:latin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otive Industry Project Proposal by Slidesgo">
  <a:themeElements>
    <a:clrScheme name="Simple Light">
      <a:dk1>
        <a:srgbClr val="0C3B5D"/>
      </a:dk1>
      <a:lt1>
        <a:srgbClr val="328BC3"/>
      </a:lt1>
      <a:dk2>
        <a:srgbClr val="EDC932"/>
      </a:dk2>
      <a:lt2>
        <a:srgbClr val="252F3A"/>
      </a:lt2>
      <a:accent1>
        <a:srgbClr val="3D496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4533</TotalTime>
  <Words>1504</Words>
  <Application>Microsoft Office PowerPoint</Application>
  <PresentationFormat>On-screen Show (16:9)</PresentationFormat>
  <Paragraphs>234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Nunito Sans</vt:lpstr>
      <vt:lpstr>PT Sans</vt:lpstr>
      <vt:lpstr>Aptos Narrow</vt:lpstr>
      <vt:lpstr>Arial</vt:lpstr>
      <vt:lpstr>Raleway</vt:lpstr>
      <vt:lpstr>Palatino Linotype</vt:lpstr>
      <vt:lpstr>Anaheim</vt:lpstr>
      <vt:lpstr>Calibri</vt:lpstr>
      <vt:lpstr>Assistant</vt:lpstr>
      <vt:lpstr>Nunito Light</vt:lpstr>
      <vt:lpstr>Automotive Industry Project Proposal by Slidesgo</vt:lpstr>
      <vt:lpstr>Sales Performance Review</vt:lpstr>
      <vt:lpstr>Table of contents</vt:lpstr>
      <vt:lpstr>PowerPoint Presentation</vt:lpstr>
      <vt:lpstr>Data &amp; Business Snapshot</vt:lpstr>
      <vt:lpstr>Insights &amp; Analysis</vt:lpstr>
      <vt:lpstr>Analysis | Sales by vehicle type</vt:lpstr>
      <vt:lpstr>Analysis | Sales Distribution by Transmission</vt:lpstr>
      <vt:lpstr>Analysis | Monthly Sales trend</vt:lpstr>
      <vt:lpstr>Analysis | Sales by Region</vt:lpstr>
      <vt:lpstr>Analysis | Price tier distribution</vt:lpstr>
      <vt:lpstr>PowerPoint Presentation</vt:lpstr>
      <vt:lpstr>22 267 units</vt:lpstr>
      <vt:lpstr>04 Recommendation</vt:lpstr>
      <vt:lpstr>PowerPoint Presentation</vt:lpstr>
      <vt:lpstr>Reccomendation(Cont):</vt:lpstr>
      <vt:lpstr>Next Step &amp; Action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Lerato Shakung</cp:lastModifiedBy>
  <cp:revision>1</cp:revision>
  <dcterms:modified xsi:type="dcterms:W3CDTF">2026-05-31T00:40:47Z</dcterms:modified>
</cp:coreProperties>
</file>